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88" r:id="rId1"/>
  </p:sldMasterIdLst>
  <p:notesMasterIdLst>
    <p:notesMasterId r:id="rId25"/>
  </p:notesMasterIdLst>
  <p:sldIdLst>
    <p:sldId id="266" r:id="rId2"/>
    <p:sldId id="264" r:id="rId3"/>
    <p:sldId id="278" r:id="rId4"/>
    <p:sldId id="297" r:id="rId5"/>
    <p:sldId id="298" r:id="rId6"/>
    <p:sldId id="318" r:id="rId7"/>
    <p:sldId id="319" r:id="rId8"/>
    <p:sldId id="320" r:id="rId9"/>
    <p:sldId id="321" r:id="rId10"/>
    <p:sldId id="323" r:id="rId11"/>
    <p:sldId id="324" r:id="rId12"/>
    <p:sldId id="322" r:id="rId13"/>
    <p:sldId id="312" r:id="rId14"/>
    <p:sldId id="328" r:id="rId15"/>
    <p:sldId id="325" r:id="rId16"/>
    <p:sldId id="329" r:id="rId17"/>
    <p:sldId id="332" r:id="rId18"/>
    <p:sldId id="331" r:id="rId19"/>
    <p:sldId id="330" r:id="rId20"/>
    <p:sldId id="333" r:id="rId21"/>
    <p:sldId id="335" r:id="rId22"/>
    <p:sldId id="334" r:id="rId23"/>
    <p:sldId id="336" r:id="rId2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E1E0DC"/>
    <a:srgbClr val="F3F3F3"/>
    <a:srgbClr val="A4343A"/>
    <a:srgbClr val="110F0F"/>
    <a:srgbClr val="58585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60"/>
    <p:restoredTop sz="96240"/>
  </p:normalViewPr>
  <p:slideViewPr>
    <p:cSldViewPr>
      <p:cViewPr varScale="1">
        <p:scale>
          <a:sx n="160" d="100"/>
          <a:sy n="160" d="100"/>
        </p:scale>
        <p:origin x="20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162" d="100"/>
          <a:sy n="162" d="100"/>
        </p:scale>
        <p:origin x="200" y="2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ECAADE-1EE6-7342-995D-AE454A4783AB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797270-13C1-0642-AF1C-2B4B311D95C1}">
      <dgm:prSet phldrT="Add an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High School</a:t>
          </a:r>
        </a:p>
      </dgm:t>
    </dgm:pt>
    <dgm:pt modelId="{3790FBC5-20E0-C54E-910E-FF0DD043B186}" type="parTrans" cxnId="{75FEB345-96FC-D34F-AD47-A125027AAA97}">
      <dgm:prSet/>
      <dgm:spPr/>
      <dgm:t>
        <a:bodyPr/>
        <a:lstStyle/>
        <a:p>
          <a:endParaRPr lang="en-US"/>
        </a:p>
      </dgm:t>
    </dgm:pt>
    <dgm:pt modelId="{F0C9800B-A881-FD43-A469-941B6C9EFC95}" type="sibTrans" cxnId="{75FEB345-96FC-D34F-AD47-A125027AAA97}">
      <dgm:prSet/>
      <dgm:spPr/>
      <dgm:t>
        <a:bodyPr/>
        <a:lstStyle/>
        <a:p>
          <a:endParaRPr lang="en-US"/>
        </a:p>
      </dgm:t>
    </dgm:pt>
    <dgm:pt modelId="{8690959C-917A-5446-8694-2459981F7C14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Tallahassee, FL</a:t>
          </a:r>
        </a:p>
      </dgm:t>
    </dgm:pt>
    <dgm:pt modelId="{7D4A0F55-8F94-7A44-A8C4-8A7B8B5319BC}" type="parTrans" cxnId="{A44C20A1-F0A8-EF45-8C7E-462B6B7FCA8F}">
      <dgm:prSet/>
      <dgm:spPr/>
      <dgm:t>
        <a:bodyPr/>
        <a:lstStyle/>
        <a:p>
          <a:endParaRPr lang="en-US"/>
        </a:p>
      </dgm:t>
    </dgm:pt>
    <dgm:pt modelId="{520D66E1-15A7-3E40-8E02-29B8D95E5AFD}" type="sibTrans" cxnId="{A44C20A1-F0A8-EF45-8C7E-462B6B7FCA8F}">
      <dgm:prSet/>
      <dgm:spPr/>
      <dgm:t>
        <a:bodyPr/>
        <a:lstStyle/>
        <a:p>
          <a:endParaRPr lang="en-US"/>
        </a:p>
      </dgm:t>
    </dgm:pt>
    <dgm:pt modelId="{56180FCB-C2EF-4A42-9300-8B4F53B7B7CF}">
      <dgm:prSet phldrT="Add an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College</a:t>
          </a:r>
        </a:p>
      </dgm:t>
    </dgm:pt>
    <dgm:pt modelId="{D1BA0145-9D0F-1E41-BC94-59C40953D531}" type="parTrans" cxnId="{3CC059DA-98E7-9042-AD0A-C007B785D0D9}">
      <dgm:prSet/>
      <dgm:spPr/>
      <dgm:t>
        <a:bodyPr/>
        <a:lstStyle/>
        <a:p>
          <a:endParaRPr lang="en-US"/>
        </a:p>
      </dgm:t>
    </dgm:pt>
    <dgm:pt modelId="{ED95BE43-A72F-2940-9B17-5339D9B07443}" type="sibTrans" cxnId="{3CC059DA-98E7-9042-AD0A-C007B785D0D9}">
      <dgm:prSet/>
      <dgm:spPr/>
      <dgm:t>
        <a:bodyPr/>
        <a:lstStyle/>
        <a:p>
          <a:endParaRPr lang="en-US"/>
        </a:p>
      </dgm:t>
    </dgm:pt>
    <dgm:pt modelId="{740650B5-EC3C-F547-8A60-5D63424DFC33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</dgm:t>
    </dgm:pt>
    <dgm:pt modelId="{F5D1DA0E-CC80-C848-9AB7-C85577FD276B}" type="parTrans" cxnId="{BC794210-9409-924D-B8DF-3494178D4989}">
      <dgm:prSet/>
      <dgm:spPr/>
      <dgm:t>
        <a:bodyPr/>
        <a:lstStyle/>
        <a:p>
          <a:endParaRPr lang="en-US"/>
        </a:p>
      </dgm:t>
    </dgm:pt>
    <dgm:pt modelId="{B34C7E77-2D4F-B345-88A0-55DE7EC474E7}" type="sibTrans" cxnId="{BC794210-9409-924D-B8DF-3494178D4989}">
      <dgm:prSet/>
      <dgm:spPr/>
      <dgm:t>
        <a:bodyPr/>
        <a:lstStyle/>
        <a:p>
          <a:endParaRPr lang="en-US"/>
        </a:p>
      </dgm:t>
    </dgm:pt>
    <dgm:pt modelId="{2908047E-DF9D-474A-BC99-0EAABEC40208}">
      <dgm:prSet phldrT="Add an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National security</a:t>
          </a:r>
        </a:p>
      </dgm:t>
    </dgm:pt>
    <dgm:pt modelId="{5EB0CE67-BF56-AE44-A700-A9274D32B0B0}" type="parTrans" cxnId="{467672E5-802D-3F40-8F84-70AFDB3EC967}">
      <dgm:prSet/>
      <dgm:spPr/>
      <dgm:t>
        <a:bodyPr/>
        <a:lstStyle/>
        <a:p>
          <a:endParaRPr lang="en-US"/>
        </a:p>
      </dgm:t>
    </dgm:pt>
    <dgm:pt modelId="{6EE61F1D-88E3-B647-A22B-4986DEC8E821}" type="sibTrans" cxnId="{467672E5-802D-3F40-8F84-70AFDB3EC967}">
      <dgm:prSet/>
      <dgm:spPr/>
      <dgm:t>
        <a:bodyPr/>
        <a:lstStyle/>
        <a:p>
          <a:endParaRPr lang="en-US"/>
        </a:p>
      </dgm:t>
    </dgm:pt>
    <dgm:pt modelId="{F5763004-62AB-A24D-8269-47678E167496}">
      <dgm:prSet phldrT="Write a description of the significance of this event" custT="1"/>
      <dgm:spPr/>
      <dgm:t>
        <a:bodyPr/>
        <a:lstStyle/>
        <a:p>
          <a:r>
            <a:rPr lang="en-US" sz="1000" dirty="0"/>
            <a:t>DHS-funded summer scholarship positions</a:t>
          </a:r>
        </a:p>
      </dgm:t>
    </dgm:pt>
    <dgm:pt modelId="{FB3E6EE8-53BB-3543-90ED-A9AC5B26C0B3}" type="parTrans" cxnId="{CC29F06C-1EB8-8045-92A0-A865A3317136}">
      <dgm:prSet/>
      <dgm:spPr/>
      <dgm:t>
        <a:bodyPr/>
        <a:lstStyle/>
        <a:p>
          <a:endParaRPr lang="en-US"/>
        </a:p>
      </dgm:t>
    </dgm:pt>
    <dgm:pt modelId="{3B51E8D6-DED3-B046-AC0D-D8DA9E790C91}" type="sibTrans" cxnId="{CC29F06C-1EB8-8045-92A0-A865A3317136}">
      <dgm:prSet/>
      <dgm:spPr/>
      <dgm:t>
        <a:bodyPr/>
        <a:lstStyle/>
        <a:p>
          <a:endParaRPr lang="en-US"/>
        </a:p>
      </dgm:t>
    </dgm:pt>
    <dgm:pt modelId="{43940EDE-DDC0-8346-B002-BC89E8164037}">
      <dgm:prSet phldrT="Add an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First masters</a:t>
          </a:r>
        </a:p>
      </dgm:t>
    </dgm:pt>
    <dgm:pt modelId="{7E07D7E3-275C-9243-AE73-B797439D65FD}" type="parTrans" cxnId="{2BB1D8C3-0010-4847-8D2E-7149C3E5C470}">
      <dgm:prSet/>
      <dgm:spPr/>
      <dgm:t>
        <a:bodyPr/>
        <a:lstStyle/>
        <a:p>
          <a:endParaRPr lang="en-US"/>
        </a:p>
      </dgm:t>
    </dgm:pt>
    <dgm:pt modelId="{2F28857A-4849-704D-856D-F3080176C55A}" type="sibTrans" cxnId="{2BB1D8C3-0010-4847-8D2E-7149C3E5C470}">
      <dgm:prSet/>
      <dgm:spPr/>
      <dgm:t>
        <a:bodyPr/>
        <a:lstStyle/>
        <a:p>
          <a:endParaRPr lang="en-US"/>
        </a:p>
      </dgm:t>
    </dgm:pt>
    <dgm:pt modelId="{9D5D6C61-7607-924F-B4A6-0F7F40D992FC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</dgm:t>
    </dgm:pt>
    <dgm:pt modelId="{82B3C7AA-34F9-C945-9C0F-BFF0C7BD1DB0}" type="parTrans" cxnId="{AE395D4A-81EB-6141-9A58-1F7D8F01B5FB}">
      <dgm:prSet/>
      <dgm:spPr/>
      <dgm:t>
        <a:bodyPr/>
        <a:lstStyle/>
        <a:p>
          <a:endParaRPr lang="en-US"/>
        </a:p>
      </dgm:t>
    </dgm:pt>
    <dgm:pt modelId="{B7135E6E-2D08-2A40-89D8-4F56194506D6}" type="sibTrans" cxnId="{AE395D4A-81EB-6141-9A58-1F7D8F01B5FB}">
      <dgm:prSet/>
      <dgm:spPr/>
      <dgm:t>
        <a:bodyPr/>
        <a:lstStyle/>
        <a:p>
          <a:endParaRPr lang="en-US"/>
        </a:p>
      </dgm:t>
    </dgm:pt>
    <dgm:pt modelId="{9D33BCD4-17B3-DD48-A5A3-37994013F1C7}">
      <dgm:prSet phldrT="Add an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Litigation consulting </a:t>
          </a:r>
          <a:b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</a:b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(expert witness)</a:t>
          </a:r>
        </a:p>
      </dgm:t>
    </dgm:pt>
    <dgm:pt modelId="{060D8E86-926A-6C45-B9DA-E79B133CB139}" type="parTrans" cxnId="{B36E5E56-D4D6-FA40-8E83-A7B52128E5BC}">
      <dgm:prSet/>
      <dgm:spPr/>
      <dgm:t>
        <a:bodyPr/>
        <a:lstStyle/>
        <a:p>
          <a:endParaRPr lang="en-US"/>
        </a:p>
      </dgm:t>
    </dgm:pt>
    <dgm:pt modelId="{77C464CC-FBD6-584E-9D1E-D6E94E8FB56B}" type="sibTrans" cxnId="{B36E5E56-D4D6-FA40-8E83-A7B52128E5BC}">
      <dgm:prSet/>
      <dgm:spPr/>
      <dgm:t>
        <a:bodyPr/>
        <a:lstStyle/>
        <a:p>
          <a:endParaRPr lang="en-US"/>
        </a:p>
      </dgm:t>
    </dgm:pt>
    <dgm:pt modelId="{FD356E72-F9EE-6B49-B2FF-D17004786B68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10 years</a:t>
          </a:r>
        </a:p>
      </dgm:t>
    </dgm:pt>
    <dgm:pt modelId="{D3C43F1E-8118-784D-B836-BCE1615BB7E2}" type="parTrans" cxnId="{8E129624-8589-3C44-BDBB-8010B27DC7A1}">
      <dgm:prSet/>
      <dgm:spPr/>
      <dgm:t>
        <a:bodyPr/>
        <a:lstStyle/>
        <a:p>
          <a:endParaRPr lang="en-US"/>
        </a:p>
      </dgm:t>
    </dgm:pt>
    <dgm:pt modelId="{55E9DD46-8B05-2741-8796-98A7B5A5FD56}" type="sibTrans" cxnId="{8E129624-8589-3C44-BDBB-8010B27DC7A1}">
      <dgm:prSet/>
      <dgm:spPr/>
      <dgm:t>
        <a:bodyPr/>
        <a:lstStyle/>
        <a:p>
          <a:endParaRPr lang="en-US"/>
        </a:p>
      </dgm:t>
    </dgm:pt>
    <dgm:pt modelId="{AD3C8F38-3CF9-4E46-A750-0876D941B88A}">
      <dgm:prSet phldrT="Write a description of the significance of this event" custT="1"/>
      <dgm:spPr/>
      <dgm:t>
        <a:bodyPr/>
        <a:lstStyle/>
        <a:p>
          <a:r>
            <a:rPr lang="en-US" sz="1000" dirty="0"/>
            <a:t>Lawrence Livermore N.L.</a:t>
          </a:r>
        </a:p>
      </dgm:t>
    </dgm:pt>
    <dgm:pt modelId="{09F3D96A-7F42-D940-9CAA-183EBB5A7B38}" type="parTrans" cxnId="{5D4E617E-2217-8A4C-839D-5448EA924340}">
      <dgm:prSet/>
      <dgm:spPr/>
      <dgm:t>
        <a:bodyPr/>
        <a:lstStyle/>
        <a:p>
          <a:endParaRPr lang="en-US"/>
        </a:p>
      </dgm:t>
    </dgm:pt>
    <dgm:pt modelId="{B553FD99-FEED-264C-89BC-537F0A5D0504}" type="sibTrans" cxnId="{5D4E617E-2217-8A4C-839D-5448EA924340}">
      <dgm:prSet/>
      <dgm:spPr/>
      <dgm:t>
        <a:bodyPr/>
        <a:lstStyle/>
        <a:p>
          <a:endParaRPr lang="en-US"/>
        </a:p>
      </dgm:t>
    </dgm:pt>
    <dgm:pt modelId="{757EE935-531C-0C46-AEC6-76646B5F57CD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Economics with a statistical focus</a:t>
          </a:r>
        </a:p>
      </dgm:t>
    </dgm:pt>
    <dgm:pt modelId="{FC791AFA-9B13-B64D-8B6D-D95CD95A0402}" type="parTrans" cxnId="{E6BAFE99-505E-364D-88C1-D56076A7C234}">
      <dgm:prSet/>
      <dgm:spPr/>
      <dgm:t>
        <a:bodyPr/>
        <a:lstStyle/>
        <a:p>
          <a:endParaRPr lang="en-US"/>
        </a:p>
      </dgm:t>
    </dgm:pt>
    <dgm:pt modelId="{3DAF43CB-2859-C04F-8AAF-EB0FDCB592AC}" type="sibTrans" cxnId="{E6BAFE99-505E-364D-88C1-D56076A7C234}">
      <dgm:prSet/>
      <dgm:spPr/>
      <dgm:t>
        <a:bodyPr/>
        <a:lstStyle/>
        <a:p>
          <a:endParaRPr lang="en-US"/>
        </a:p>
      </dgm:t>
    </dgm:pt>
    <dgm:pt modelId="{4055D838-8303-7A44-B08E-B73ED063ABFA}">
      <dgm:prSet phldrT="Write a description of the significance of this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Second masters</a:t>
          </a:r>
        </a:p>
      </dgm:t>
    </dgm:pt>
    <dgm:pt modelId="{E68E2972-E44B-F541-8AF3-C95E35D611A2}" type="parTrans" cxnId="{B8FDC747-9C98-4F4B-8C27-5889EBBE0889}">
      <dgm:prSet/>
      <dgm:spPr/>
      <dgm:t>
        <a:bodyPr/>
        <a:lstStyle/>
        <a:p>
          <a:endParaRPr lang="en-US"/>
        </a:p>
      </dgm:t>
    </dgm:pt>
    <dgm:pt modelId="{034C3700-91E8-D649-978F-32EB92567191}" type="sibTrans" cxnId="{B8FDC747-9C98-4F4B-8C27-5889EBBE0889}">
      <dgm:prSet/>
      <dgm:spPr/>
      <dgm:t>
        <a:bodyPr/>
        <a:lstStyle/>
        <a:p>
          <a:endParaRPr lang="en-US"/>
        </a:p>
      </dgm:t>
    </dgm:pt>
    <dgm:pt modelId="{DE351DEB-0DCA-6A42-B374-C1C5FB28D65A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</dgm:t>
    </dgm:pt>
    <dgm:pt modelId="{5F350750-BB69-CB45-B1EA-A541F2CC08C2}" type="parTrans" cxnId="{6A2FCA05-A7EB-3047-B16D-05DB3A6B577F}">
      <dgm:prSet/>
      <dgm:spPr/>
      <dgm:t>
        <a:bodyPr/>
        <a:lstStyle/>
        <a:p>
          <a:endParaRPr lang="en-US"/>
        </a:p>
      </dgm:t>
    </dgm:pt>
    <dgm:pt modelId="{2D6EC128-A624-794B-AD51-5B2C14DA7612}" type="sibTrans" cxnId="{6A2FCA05-A7EB-3047-B16D-05DB3A6B577F}">
      <dgm:prSet/>
      <dgm:spPr/>
      <dgm:t>
        <a:bodyPr/>
        <a:lstStyle/>
        <a:p>
          <a:endParaRPr lang="en-US"/>
        </a:p>
      </dgm:t>
    </dgm:pt>
    <dgm:pt modelId="{41599821-6A75-7947-AAED-69A1558324D0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M.Sc. Analytics -&gt; </a:t>
          </a:r>
        </a:p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MS Applied Data Science</a:t>
          </a:r>
        </a:p>
      </dgm:t>
    </dgm:pt>
    <dgm:pt modelId="{F05B892A-76EF-424D-A5F4-50747C8C5C7A}" type="parTrans" cxnId="{0DB2CD77-B51A-124C-A0B9-17978323D3B7}">
      <dgm:prSet/>
      <dgm:spPr/>
      <dgm:t>
        <a:bodyPr/>
        <a:lstStyle/>
        <a:p>
          <a:endParaRPr lang="en-US"/>
        </a:p>
      </dgm:t>
    </dgm:pt>
    <dgm:pt modelId="{E069DA20-8A09-4F45-8FE1-857943CFBC40}" type="sibTrans" cxnId="{0DB2CD77-B51A-124C-A0B9-17978323D3B7}">
      <dgm:prSet/>
      <dgm:spPr/>
      <dgm:t>
        <a:bodyPr/>
        <a:lstStyle/>
        <a:p>
          <a:endParaRPr lang="en-US"/>
        </a:p>
      </dgm:t>
    </dgm:pt>
    <dgm:pt modelId="{B6B74C5D-3E8A-1B43-A9F8-F6F94A857BF9}">
      <dgm:prSet phldrT="Write a description of the significance of this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Data science consulting</a:t>
          </a:r>
        </a:p>
      </dgm:t>
    </dgm:pt>
    <dgm:pt modelId="{8F47A80F-2F6B-D840-AB0C-A3994BABB782}" type="parTrans" cxnId="{04B3C5AE-0F67-1049-86CA-48461EF7115F}">
      <dgm:prSet/>
      <dgm:spPr/>
      <dgm:t>
        <a:bodyPr/>
        <a:lstStyle/>
        <a:p>
          <a:endParaRPr lang="en-US"/>
        </a:p>
      </dgm:t>
    </dgm:pt>
    <dgm:pt modelId="{14EB3B98-81FF-1148-BD31-DBF878B6AB08}" type="sibTrans" cxnId="{04B3C5AE-0F67-1049-86CA-48461EF7115F}">
      <dgm:prSet/>
      <dgm:spPr/>
      <dgm:t>
        <a:bodyPr/>
        <a:lstStyle/>
        <a:p>
          <a:endParaRPr lang="en-US"/>
        </a:p>
      </dgm:t>
    </dgm:pt>
    <dgm:pt modelId="{A8BA06E6-5116-6D4B-9F45-5AFF9B9AAA29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Manager/team lead</a:t>
          </a:r>
        </a:p>
      </dgm:t>
    </dgm:pt>
    <dgm:pt modelId="{B6A8A80E-0D84-7D4C-8432-9886397F7709}" type="parTrans" cxnId="{96CD2877-0E99-BE45-AB4E-FE969E4B7E32}">
      <dgm:prSet/>
      <dgm:spPr/>
      <dgm:t>
        <a:bodyPr/>
        <a:lstStyle/>
        <a:p>
          <a:endParaRPr lang="en-US"/>
        </a:p>
      </dgm:t>
    </dgm:pt>
    <dgm:pt modelId="{2EAE43B6-6D25-634E-AE40-7CBB64389756}" type="sibTrans" cxnId="{96CD2877-0E99-BE45-AB4E-FE969E4B7E32}">
      <dgm:prSet/>
      <dgm:spPr/>
      <dgm:t>
        <a:bodyPr/>
        <a:lstStyle/>
        <a:p>
          <a:endParaRPr lang="en-US"/>
        </a:p>
      </dgm:t>
    </dgm:pt>
    <dgm:pt modelId="{C9BB642B-FAC3-B841-93D0-16A5775A7096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Local governmental clients</a:t>
          </a:r>
        </a:p>
      </dgm:t>
    </dgm:pt>
    <dgm:pt modelId="{0F1C3C60-C4AC-AE4D-9078-6D2D0DFE166D}" type="parTrans" cxnId="{A01072ED-EB3F-5F40-99D4-422AE0470337}">
      <dgm:prSet/>
      <dgm:spPr/>
      <dgm:t>
        <a:bodyPr/>
        <a:lstStyle/>
        <a:p>
          <a:endParaRPr lang="en-US"/>
        </a:p>
      </dgm:t>
    </dgm:pt>
    <dgm:pt modelId="{EC02AF67-EBD3-8545-9FF0-D09C5AAFEB1D}" type="sibTrans" cxnId="{A01072ED-EB3F-5F40-99D4-422AE0470337}">
      <dgm:prSet/>
      <dgm:spPr/>
      <dgm:t>
        <a:bodyPr/>
        <a:lstStyle/>
        <a:p>
          <a:endParaRPr lang="en-US"/>
        </a:p>
      </dgm:t>
    </dgm:pt>
    <dgm:pt modelId="{D1503150-B155-8449-BEEC-BCB7D794A63B}">
      <dgm:prSet phldrT="Write a description of the significance of this event" custT="1"/>
      <dgm:spPr/>
      <dgm:t>
        <a:bodyPr/>
        <a:lstStyle/>
        <a:p>
          <a:pPr>
            <a:defRPr b="1"/>
          </a:pPr>
          <a:r>
            <a:rPr lang="en-US" sz="12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Teaching</a:t>
          </a:r>
        </a:p>
      </dgm:t>
    </dgm:pt>
    <dgm:pt modelId="{390D2777-8A4B-C842-8FC5-5FB399536377}" type="parTrans" cxnId="{01B8FC54-2D00-CC46-AF41-C03AE90804A9}">
      <dgm:prSet/>
      <dgm:spPr/>
      <dgm:t>
        <a:bodyPr/>
        <a:lstStyle/>
        <a:p>
          <a:endParaRPr lang="en-US"/>
        </a:p>
      </dgm:t>
    </dgm:pt>
    <dgm:pt modelId="{57AD3344-8FB7-A241-9104-34F044456CDF}" type="sibTrans" cxnId="{01B8FC54-2D00-CC46-AF41-C03AE90804A9}">
      <dgm:prSet/>
      <dgm:spPr/>
      <dgm:t>
        <a:bodyPr/>
        <a:lstStyle/>
        <a:p>
          <a:endParaRPr lang="en-US"/>
        </a:p>
      </dgm:t>
    </dgm:pt>
    <dgm:pt modelId="{8292B9E7-214A-2848-9153-8FE0BCA5CDB6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4 years</a:t>
          </a:r>
        </a:p>
      </dgm:t>
    </dgm:pt>
    <dgm:pt modelId="{2CBEBABA-AF23-DA44-BA45-8346041CD80D}" type="parTrans" cxnId="{CD9A1CEA-9C0B-E74F-A6E2-A09658E9CAE2}">
      <dgm:prSet/>
      <dgm:spPr/>
      <dgm:t>
        <a:bodyPr/>
        <a:lstStyle/>
        <a:p>
          <a:endParaRPr lang="en-US"/>
        </a:p>
      </dgm:t>
    </dgm:pt>
    <dgm:pt modelId="{F455B811-46EC-6A43-A8EC-E192F5E31075}" type="sibTrans" cxnId="{CD9A1CEA-9C0B-E74F-A6E2-A09658E9CAE2}">
      <dgm:prSet/>
      <dgm:spPr/>
      <dgm:t>
        <a:bodyPr/>
        <a:lstStyle/>
        <a:p>
          <a:endParaRPr lang="en-US"/>
        </a:p>
      </dgm:t>
    </dgm:pt>
    <dgm:pt modelId="{BFE9E02F-0D57-D844-A2BB-2258E004B623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</dgm:t>
    </dgm:pt>
    <dgm:pt modelId="{DEE78C77-7859-B14E-AF8F-3BB5A596EE94}" type="parTrans" cxnId="{6590355A-5F05-4043-9B30-8D41A3B034AC}">
      <dgm:prSet/>
      <dgm:spPr/>
      <dgm:t>
        <a:bodyPr/>
        <a:lstStyle/>
        <a:p>
          <a:endParaRPr lang="en-US"/>
        </a:p>
      </dgm:t>
    </dgm:pt>
    <dgm:pt modelId="{E43D1D7E-4E18-B64F-8C4D-1AD6F3F46AB1}" type="sibTrans" cxnId="{6590355A-5F05-4043-9B30-8D41A3B034AC}">
      <dgm:prSet/>
      <dgm:spPr/>
      <dgm:t>
        <a:bodyPr/>
        <a:lstStyle/>
        <a:p>
          <a:endParaRPr lang="en-US"/>
        </a:p>
      </dgm:t>
    </dgm:pt>
    <dgm:pt modelId="{ECA0257E-6489-6643-89D1-20B3CE838F26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Full-time 4 years</a:t>
          </a:r>
        </a:p>
      </dgm:t>
    </dgm:pt>
    <dgm:pt modelId="{6CF2DD8F-3F0F-8F4B-A2DF-313BBC5CEBA1}" type="parTrans" cxnId="{D64F0F6E-A098-0342-AF0E-07C1F7FBD9AA}">
      <dgm:prSet/>
      <dgm:spPr/>
      <dgm:t>
        <a:bodyPr/>
        <a:lstStyle/>
        <a:p>
          <a:endParaRPr lang="en-US"/>
        </a:p>
      </dgm:t>
    </dgm:pt>
    <dgm:pt modelId="{31EB52CF-6E43-494B-9C90-5B228755C3C7}" type="sibTrans" cxnId="{D64F0F6E-A098-0342-AF0E-07C1F7FBD9AA}">
      <dgm:prSet/>
      <dgm:spPr/>
      <dgm:t>
        <a:bodyPr/>
        <a:lstStyle/>
        <a:p>
          <a:endParaRPr lang="en-US"/>
        </a:p>
      </dgm:t>
    </dgm:pt>
    <dgm:pt modelId="{41AEB0E4-CB17-974E-A637-A30ACEA20BB5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Teach statistics, data science, and consulting</a:t>
          </a:r>
        </a:p>
      </dgm:t>
    </dgm:pt>
    <dgm:pt modelId="{73E6B63F-2A5D-0F44-9917-A6CEDD01AC80}" type="parTrans" cxnId="{C66AC9BD-D1B2-FA4A-AE16-2C5C7BE3CAFC}">
      <dgm:prSet/>
      <dgm:spPr/>
      <dgm:t>
        <a:bodyPr/>
        <a:lstStyle/>
        <a:p>
          <a:endParaRPr lang="en-US"/>
        </a:p>
      </dgm:t>
    </dgm:pt>
    <dgm:pt modelId="{3414657A-D8A8-344B-A22F-EB15EE1C448A}" type="sibTrans" cxnId="{C66AC9BD-D1B2-FA4A-AE16-2C5C7BE3CAFC}">
      <dgm:prSet/>
      <dgm:spPr/>
      <dgm:t>
        <a:bodyPr/>
        <a:lstStyle/>
        <a:p>
          <a:endParaRPr lang="en-US"/>
        </a:p>
      </dgm:t>
    </dgm:pt>
    <dgm:pt modelId="{9C95277A-8CFF-C148-857E-4847583C7EDE}">
      <dgm:prSet phldrT="Write a description of the significance of this event" custT="1"/>
      <dgm:spPr/>
      <dgm:t>
        <a:bodyPr/>
        <a:lstStyle/>
        <a:p>
          <a:r>
            <a:rPr lang="en-US" sz="1000" dirty="0"/>
            <a:t>Oak Ridge N.L.</a:t>
          </a:r>
        </a:p>
      </dgm:t>
    </dgm:pt>
    <dgm:pt modelId="{D88FB921-0B82-7147-B2AE-51ADE7D155E5}" type="parTrans" cxnId="{94B77EDB-CEC1-734A-91C4-8E44C12A85B7}">
      <dgm:prSet/>
      <dgm:spPr/>
      <dgm:t>
        <a:bodyPr/>
        <a:lstStyle/>
        <a:p>
          <a:endParaRPr lang="en-US"/>
        </a:p>
      </dgm:t>
    </dgm:pt>
    <dgm:pt modelId="{CE05266E-88F7-A642-9FE9-C728592F668E}" type="sibTrans" cxnId="{94B77EDB-CEC1-734A-91C4-8E44C12A85B7}">
      <dgm:prSet/>
      <dgm:spPr/>
      <dgm:t>
        <a:bodyPr/>
        <a:lstStyle/>
        <a:p>
          <a:endParaRPr lang="en-US"/>
        </a:p>
      </dgm:t>
    </dgm:pt>
    <dgm:pt modelId="{58379004-7209-D94E-96BC-DFD012D53938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A.B. Statistics</a:t>
          </a:r>
        </a:p>
      </dgm:t>
    </dgm:pt>
    <dgm:pt modelId="{457F952B-EDD5-DE40-BD74-DAF522B79A7C}" type="parTrans" cxnId="{AA0DD317-B45A-2644-B649-ED1AED241B81}">
      <dgm:prSet/>
      <dgm:spPr/>
      <dgm:t>
        <a:bodyPr/>
        <a:lstStyle/>
        <a:p>
          <a:endParaRPr lang="en-US"/>
        </a:p>
      </dgm:t>
    </dgm:pt>
    <dgm:pt modelId="{1B34C3A1-8191-1A43-AACF-0F7AE2BB0039}" type="sibTrans" cxnId="{AA0DD317-B45A-2644-B649-ED1AED241B81}">
      <dgm:prSet/>
      <dgm:spPr/>
      <dgm:t>
        <a:bodyPr/>
        <a:lstStyle/>
        <a:p>
          <a:endParaRPr lang="en-US"/>
        </a:p>
      </dgm:t>
    </dgm:pt>
    <dgm:pt modelId="{CC3F9D75-8F6A-1E43-93B0-B2FC7CD91F3E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S.M. Statistics</a:t>
          </a:r>
        </a:p>
      </dgm:t>
    </dgm:pt>
    <dgm:pt modelId="{2576BA06-FCA7-BD4F-9BE5-1315B95350B1}" type="parTrans" cxnId="{990F53B2-12FA-8F44-820C-AB97CCCC3762}">
      <dgm:prSet/>
      <dgm:spPr/>
      <dgm:t>
        <a:bodyPr/>
        <a:lstStyle/>
        <a:p>
          <a:endParaRPr lang="en-US"/>
        </a:p>
      </dgm:t>
    </dgm:pt>
    <dgm:pt modelId="{A57C351F-1A49-6946-A936-68C7B1B0E561}" type="sibTrans" cxnId="{990F53B2-12FA-8F44-820C-AB97CCCC3762}">
      <dgm:prSet/>
      <dgm:spPr/>
      <dgm:t>
        <a:bodyPr/>
        <a:lstStyle/>
        <a:p>
          <a:endParaRPr lang="en-US"/>
        </a:p>
      </dgm:t>
    </dgm:pt>
    <dgm:pt modelId="{166EE83E-93CB-AF45-AAA1-647E90FFCF6B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Part-time 4 years</a:t>
          </a:r>
        </a:p>
      </dgm:t>
    </dgm:pt>
    <dgm:pt modelId="{3F1BDBD6-6AF8-A946-AE0B-1AA4FAAD1D83}" type="parTrans" cxnId="{77094467-628D-0F49-A500-D706B686F9BF}">
      <dgm:prSet/>
      <dgm:spPr/>
      <dgm:t>
        <a:bodyPr/>
        <a:lstStyle/>
        <a:p>
          <a:endParaRPr lang="en-US"/>
        </a:p>
      </dgm:t>
    </dgm:pt>
    <dgm:pt modelId="{FFDEC989-2FEC-044D-A6B9-38CCD7E36CA5}" type="sibTrans" cxnId="{77094467-628D-0F49-A500-D706B686F9BF}">
      <dgm:prSet/>
      <dgm:spPr/>
      <dgm:t>
        <a:bodyPr/>
        <a:lstStyle/>
        <a:p>
          <a:endParaRPr lang="en-US"/>
        </a:p>
      </dgm:t>
    </dgm:pt>
    <dgm:pt modelId="{90E87520-6232-4249-B50C-A915F0AA29E5}">
      <dgm:prSet phldrT="Write a description of the significance of this event" custT="1"/>
      <dgm:spPr/>
      <dgm:t>
        <a:bodyPr/>
        <a:lstStyle/>
        <a:p>
          <a:r>
            <a:rPr lang="en-US" sz="1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First job: clerk/runner for a law firm</a:t>
          </a:r>
        </a:p>
      </dgm:t>
    </dgm:pt>
    <dgm:pt modelId="{1CB2AB24-E13D-2443-8014-7DC6B539841A}" type="parTrans" cxnId="{60AA38EB-9259-C642-8017-697880A761A7}">
      <dgm:prSet/>
      <dgm:spPr/>
      <dgm:t>
        <a:bodyPr/>
        <a:lstStyle/>
        <a:p>
          <a:endParaRPr lang="en-US"/>
        </a:p>
      </dgm:t>
    </dgm:pt>
    <dgm:pt modelId="{0772802A-8B38-4043-A7CF-90151F3D2BBF}" type="sibTrans" cxnId="{60AA38EB-9259-C642-8017-697880A761A7}">
      <dgm:prSet/>
      <dgm:spPr/>
      <dgm:t>
        <a:bodyPr/>
        <a:lstStyle/>
        <a:p>
          <a:endParaRPr lang="en-US"/>
        </a:p>
      </dgm:t>
    </dgm:pt>
    <dgm:pt modelId="{4FF8B1F4-8DF2-1A46-AFAD-5D86EE601234}" type="pres">
      <dgm:prSet presAssocID="{A7ECAADE-1EE6-7342-995D-AE454A4783AB}" presName="root" presStyleCnt="0">
        <dgm:presLayoutVars>
          <dgm:dir/>
          <dgm:animLvl val="lvl"/>
        </dgm:presLayoutVars>
      </dgm:prSet>
      <dgm:spPr/>
    </dgm:pt>
    <dgm:pt modelId="{BB7F2FCA-07C9-5346-B9AB-98B864307A05}" type="pres">
      <dgm:prSet presAssocID="{A7ECAADE-1EE6-7342-995D-AE454A4783AB}" presName="divider" presStyleCnt="0"/>
      <dgm:spPr/>
    </dgm:pt>
    <dgm:pt modelId="{770C7EE3-A669-0A4B-9C16-2F3FD04E7696}" type="pres">
      <dgm:prSet presAssocID="{A7ECAADE-1EE6-7342-995D-AE454A4783AB}" presName="rectBar" presStyleLbl="dkBgShp" presStyleIdx="0" presStyleCnt="10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08A7BF6-4E80-E049-94B4-F6EF1AEC16C1}" type="pres">
      <dgm:prSet presAssocID="{A7ECAADE-1EE6-7342-995D-AE454A4783AB}" presName="chevronArrow" presStyleLbl="dkBgShp" presStyleIdx="1" presStyleCnt="10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3C73FB9-E477-164A-9684-C090926594C0}" type="pres">
      <dgm:prSet presAssocID="{A7ECAADE-1EE6-7342-995D-AE454A4783AB}" presName="nodes" presStyleCnt="0">
        <dgm:presLayoutVars>
          <dgm:chMax/>
          <dgm:chPref/>
          <dgm:animLvl val="lvl"/>
        </dgm:presLayoutVars>
      </dgm:prSet>
      <dgm:spPr/>
    </dgm:pt>
    <dgm:pt modelId="{08B496AE-2DCE-6F48-8D3C-1D85BA4F8175}" type="pres">
      <dgm:prSet presAssocID="{AA797270-13C1-0642-AF1C-2B4B311D95C1}" presName="composite" presStyleCnt="0"/>
      <dgm:spPr/>
    </dgm:pt>
    <dgm:pt modelId="{19264F7C-7C06-074A-979F-467DC0598C2C}" type="pres">
      <dgm:prSet presAssocID="{AA797270-13C1-0642-AF1C-2B4B311D95C1}" presName="DropPinPlaceHolder" presStyleCnt="0"/>
      <dgm:spPr/>
    </dgm:pt>
    <dgm:pt modelId="{B88133AB-00AD-214C-8566-470F8F473F9A}" type="pres">
      <dgm:prSet presAssocID="{AA797270-13C1-0642-AF1C-2B4B311D95C1}" presName="DropPin" presStyleLbl="alignNode1" presStyleIdx="0" presStyleCnt="8"/>
      <dgm:spPr/>
    </dgm:pt>
    <dgm:pt modelId="{E0D8EC72-5252-B54E-9EF7-32B8B061779B}" type="pres">
      <dgm:prSet presAssocID="{AA797270-13C1-0642-AF1C-2B4B311D95C1}" presName="Ellipse" presStyleLbl="fgAcc1" presStyleIdx="0" presStyleCnt="8"/>
      <dgm:spPr/>
    </dgm:pt>
    <dgm:pt modelId="{01A3572C-2352-A34F-9498-65B0C2A35C5D}" type="pres">
      <dgm:prSet presAssocID="{AA797270-13C1-0642-AF1C-2B4B311D95C1}" presName="L2TextContainer" presStyleLbl="revTx" presStyleIdx="0" presStyleCnt="16">
        <dgm:presLayoutVars>
          <dgm:bulletEnabled val="1"/>
        </dgm:presLayoutVars>
      </dgm:prSet>
      <dgm:spPr/>
    </dgm:pt>
    <dgm:pt modelId="{980D731B-4DBB-E845-A034-66C089756FFB}" type="pres">
      <dgm:prSet presAssocID="{AA797270-13C1-0642-AF1C-2B4B311D95C1}" presName="L1TextContainer" presStyleLbl="revTx" presStyleIdx="1" presStyleCnt="16">
        <dgm:presLayoutVars>
          <dgm:chMax val="1"/>
          <dgm:chPref val="1"/>
          <dgm:bulletEnabled val="1"/>
        </dgm:presLayoutVars>
      </dgm:prSet>
      <dgm:spPr/>
    </dgm:pt>
    <dgm:pt modelId="{A134D93D-FC88-1D48-9D14-B115ED1B3DAC}" type="pres">
      <dgm:prSet presAssocID="{AA797270-13C1-0642-AF1C-2B4B311D95C1}" presName="ConnectLine" presStyleLbl="dkBgShp" presStyleIdx="2" presStyleCnt="10"/>
      <dgm:spPr/>
    </dgm:pt>
    <dgm:pt modelId="{050E6583-19EC-6740-B424-AA09341F6AD9}" type="pres">
      <dgm:prSet presAssocID="{AA797270-13C1-0642-AF1C-2B4B311D95C1}" presName="ConnectorPoint" presStyleCnt="0"/>
      <dgm:spPr/>
    </dgm:pt>
    <dgm:pt modelId="{9D5AA740-E702-2F44-9400-0EA418BB1A5E}" type="pres">
      <dgm:prSet presAssocID="{AA797270-13C1-0642-AF1C-2B4B311D95C1}" presName="Bullet" presStyleLbl="lnNode1" presStyleIdx="0" presStyleCnt="8"/>
      <dgm:spPr/>
    </dgm:pt>
    <dgm:pt modelId="{35BE9DA6-BFE8-BE42-B592-73D8BBC7EF11}" type="pres">
      <dgm:prSet presAssocID="{AA797270-13C1-0642-AF1C-2B4B311D95C1}" presName="EmptyPlaceHolder" presStyleCnt="0"/>
      <dgm:spPr/>
    </dgm:pt>
    <dgm:pt modelId="{BBC5DDBA-CD55-2847-820F-CA836CA6D4B4}" type="pres">
      <dgm:prSet presAssocID="{F0C9800B-A881-FD43-A469-941B6C9EFC95}" presName="spaceBetweenRectangles" presStyleCnt="0"/>
      <dgm:spPr/>
    </dgm:pt>
    <dgm:pt modelId="{CCCF0D63-E1A3-A849-BAD9-23EBED26D112}" type="pres">
      <dgm:prSet presAssocID="{56180FCB-C2EF-4A42-9300-8B4F53B7B7CF}" presName="composite" presStyleCnt="0"/>
      <dgm:spPr/>
    </dgm:pt>
    <dgm:pt modelId="{F243D20E-3EB7-E645-AB1B-2253AA750F14}" type="pres">
      <dgm:prSet presAssocID="{56180FCB-C2EF-4A42-9300-8B4F53B7B7CF}" presName="DropPinPlaceHolder" presStyleCnt="0"/>
      <dgm:spPr/>
    </dgm:pt>
    <dgm:pt modelId="{F5BC9D9E-650B-F84B-98F5-10AD21E1CDA4}" type="pres">
      <dgm:prSet presAssocID="{56180FCB-C2EF-4A42-9300-8B4F53B7B7CF}" presName="DropPin" presStyleLbl="alignNode1" presStyleIdx="1" presStyleCnt="8"/>
      <dgm:spPr/>
    </dgm:pt>
    <dgm:pt modelId="{21E99F18-80C1-074F-B964-F22EBE243C26}" type="pres">
      <dgm:prSet presAssocID="{56180FCB-C2EF-4A42-9300-8B4F53B7B7CF}" presName="Ellipse" presStyleLbl="fgAcc1" presStyleIdx="1" presStyleCnt="8"/>
      <dgm:spPr/>
    </dgm:pt>
    <dgm:pt modelId="{9A00C765-2E67-4C4F-A021-E19844EC7407}" type="pres">
      <dgm:prSet presAssocID="{56180FCB-C2EF-4A42-9300-8B4F53B7B7CF}" presName="L2TextContainer" presStyleLbl="revTx" presStyleIdx="2" presStyleCnt="16">
        <dgm:presLayoutVars>
          <dgm:bulletEnabled val="1"/>
        </dgm:presLayoutVars>
      </dgm:prSet>
      <dgm:spPr/>
    </dgm:pt>
    <dgm:pt modelId="{C8C7D3BC-F7CC-174C-B249-CCBAB6D4FECF}" type="pres">
      <dgm:prSet presAssocID="{56180FCB-C2EF-4A42-9300-8B4F53B7B7CF}" presName="L1TextContainer" presStyleLbl="revTx" presStyleIdx="3" presStyleCnt="16">
        <dgm:presLayoutVars>
          <dgm:chMax val="1"/>
          <dgm:chPref val="1"/>
          <dgm:bulletEnabled val="1"/>
        </dgm:presLayoutVars>
      </dgm:prSet>
      <dgm:spPr/>
    </dgm:pt>
    <dgm:pt modelId="{47FD8DE7-8322-AB44-9A70-9A67EB041510}" type="pres">
      <dgm:prSet presAssocID="{56180FCB-C2EF-4A42-9300-8B4F53B7B7CF}" presName="ConnectLine" presStyleLbl="dkBgShp" presStyleIdx="3" presStyleCnt="10"/>
      <dgm:spPr/>
    </dgm:pt>
    <dgm:pt modelId="{AA504676-ECC8-1D42-982E-3F3ED92671AA}" type="pres">
      <dgm:prSet presAssocID="{56180FCB-C2EF-4A42-9300-8B4F53B7B7CF}" presName="ConnectorPoint" presStyleCnt="0"/>
      <dgm:spPr/>
    </dgm:pt>
    <dgm:pt modelId="{4C3210B6-55B9-3F40-A1D6-97040BB5CF58}" type="pres">
      <dgm:prSet presAssocID="{56180FCB-C2EF-4A42-9300-8B4F53B7B7CF}" presName="Bullet" presStyleLbl="lnNode1" presStyleIdx="1" presStyleCnt="8"/>
      <dgm:spPr/>
    </dgm:pt>
    <dgm:pt modelId="{6C5E00E1-6258-ED4A-B620-C2BDA0521F1C}" type="pres">
      <dgm:prSet presAssocID="{56180FCB-C2EF-4A42-9300-8B4F53B7B7CF}" presName="EmptyPlaceHolder" presStyleCnt="0"/>
      <dgm:spPr/>
    </dgm:pt>
    <dgm:pt modelId="{14CF6D47-498F-C543-B577-E929C743FCB1}" type="pres">
      <dgm:prSet presAssocID="{ED95BE43-A72F-2940-9B17-5339D9B07443}" presName="spaceBetweenRectangles" presStyleCnt="0"/>
      <dgm:spPr/>
    </dgm:pt>
    <dgm:pt modelId="{7B64DE30-D03D-D544-94EF-F3E0A67FB1AD}" type="pres">
      <dgm:prSet presAssocID="{2908047E-DF9D-474A-BC99-0EAABEC40208}" presName="composite" presStyleCnt="0"/>
      <dgm:spPr/>
    </dgm:pt>
    <dgm:pt modelId="{1D0CBA4A-F1F2-B946-AFD4-EF6E7FB885DA}" type="pres">
      <dgm:prSet presAssocID="{2908047E-DF9D-474A-BC99-0EAABEC40208}" presName="DropPinPlaceHolder" presStyleCnt="0"/>
      <dgm:spPr/>
    </dgm:pt>
    <dgm:pt modelId="{02BD01A4-23A1-F342-AE3D-89A03F600AE2}" type="pres">
      <dgm:prSet presAssocID="{2908047E-DF9D-474A-BC99-0EAABEC40208}" presName="DropPin" presStyleLbl="alignNode1" presStyleIdx="2" presStyleCnt="8"/>
      <dgm:spPr/>
    </dgm:pt>
    <dgm:pt modelId="{1703F757-AAE0-2843-BA44-F6AAF9A91F4B}" type="pres">
      <dgm:prSet presAssocID="{2908047E-DF9D-474A-BC99-0EAABEC40208}" presName="Ellipse" presStyleLbl="fgAcc1" presStyleIdx="2" presStyleCnt="8"/>
      <dgm:spPr/>
    </dgm:pt>
    <dgm:pt modelId="{5F9F7EEF-4E4F-124A-B5BF-C0BE8CBFEE53}" type="pres">
      <dgm:prSet presAssocID="{2908047E-DF9D-474A-BC99-0EAABEC40208}" presName="L2TextContainer" presStyleLbl="revTx" presStyleIdx="4" presStyleCnt="16">
        <dgm:presLayoutVars>
          <dgm:bulletEnabled val="1"/>
        </dgm:presLayoutVars>
      </dgm:prSet>
      <dgm:spPr/>
    </dgm:pt>
    <dgm:pt modelId="{48326993-0F57-6A49-ADED-CC49E7E547B2}" type="pres">
      <dgm:prSet presAssocID="{2908047E-DF9D-474A-BC99-0EAABEC40208}" presName="L1TextContainer" presStyleLbl="revTx" presStyleIdx="5" presStyleCnt="16">
        <dgm:presLayoutVars>
          <dgm:chMax val="1"/>
          <dgm:chPref val="1"/>
          <dgm:bulletEnabled val="1"/>
        </dgm:presLayoutVars>
      </dgm:prSet>
      <dgm:spPr/>
    </dgm:pt>
    <dgm:pt modelId="{40296FC0-CDC6-624C-A66A-3940E2ABFD9E}" type="pres">
      <dgm:prSet presAssocID="{2908047E-DF9D-474A-BC99-0EAABEC40208}" presName="ConnectLine" presStyleLbl="dkBgShp" presStyleIdx="4" presStyleCnt="10"/>
      <dgm:spPr/>
    </dgm:pt>
    <dgm:pt modelId="{F0A7CE84-341C-6B4A-AC62-9D7EFAF94762}" type="pres">
      <dgm:prSet presAssocID="{2908047E-DF9D-474A-BC99-0EAABEC40208}" presName="ConnectorPoint" presStyleCnt="0"/>
      <dgm:spPr/>
    </dgm:pt>
    <dgm:pt modelId="{985F4E9A-0B2B-3445-8A64-818A7751880D}" type="pres">
      <dgm:prSet presAssocID="{2908047E-DF9D-474A-BC99-0EAABEC40208}" presName="Bullet" presStyleLbl="lnNode1" presStyleIdx="2" presStyleCnt="8"/>
      <dgm:spPr/>
    </dgm:pt>
    <dgm:pt modelId="{B039E887-D455-E344-9534-6C4B8E557406}" type="pres">
      <dgm:prSet presAssocID="{2908047E-DF9D-474A-BC99-0EAABEC40208}" presName="EmptyPlaceHolder" presStyleCnt="0"/>
      <dgm:spPr/>
    </dgm:pt>
    <dgm:pt modelId="{64B61F2F-BD5B-E14C-BCD7-D50B43213683}" type="pres">
      <dgm:prSet presAssocID="{6EE61F1D-88E3-B647-A22B-4986DEC8E821}" presName="spaceBetweenRectangles" presStyleCnt="0"/>
      <dgm:spPr/>
    </dgm:pt>
    <dgm:pt modelId="{BCACFBC5-D9F9-4841-AA58-F9C4D9983746}" type="pres">
      <dgm:prSet presAssocID="{43940EDE-DDC0-8346-B002-BC89E8164037}" presName="composite" presStyleCnt="0"/>
      <dgm:spPr/>
    </dgm:pt>
    <dgm:pt modelId="{71CA4266-9124-F44B-A7EF-54C0F071F547}" type="pres">
      <dgm:prSet presAssocID="{43940EDE-DDC0-8346-B002-BC89E8164037}" presName="DropPinPlaceHolder" presStyleCnt="0"/>
      <dgm:spPr/>
    </dgm:pt>
    <dgm:pt modelId="{F500D496-6666-D24C-9B74-F9014FA5ECC3}" type="pres">
      <dgm:prSet presAssocID="{43940EDE-DDC0-8346-B002-BC89E8164037}" presName="DropPin" presStyleLbl="alignNode1" presStyleIdx="3" presStyleCnt="8"/>
      <dgm:spPr/>
    </dgm:pt>
    <dgm:pt modelId="{B9414183-C289-A444-BE72-26ADE5E1AA17}" type="pres">
      <dgm:prSet presAssocID="{43940EDE-DDC0-8346-B002-BC89E8164037}" presName="Ellipse" presStyleLbl="fgAcc1" presStyleIdx="3" presStyleCnt="8"/>
      <dgm:spPr/>
    </dgm:pt>
    <dgm:pt modelId="{CBA8DEC6-3020-0E42-AF1E-45422DF94ED6}" type="pres">
      <dgm:prSet presAssocID="{43940EDE-DDC0-8346-B002-BC89E8164037}" presName="L2TextContainer" presStyleLbl="revTx" presStyleIdx="6" presStyleCnt="16">
        <dgm:presLayoutVars>
          <dgm:bulletEnabled val="1"/>
        </dgm:presLayoutVars>
      </dgm:prSet>
      <dgm:spPr/>
    </dgm:pt>
    <dgm:pt modelId="{6F2F3D8D-3FCE-DB4D-92A7-0E68F2C33626}" type="pres">
      <dgm:prSet presAssocID="{43940EDE-DDC0-8346-B002-BC89E8164037}" presName="L1TextContainer" presStyleLbl="revTx" presStyleIdx="7" presStyleCnt="16">
        <dgm:presLayoutVars>
          <dgm:chMax val="1"/>
          <dgm:chPref val="1"/>
          <dgm:bulletEnabled val="1"/>
        </dgm:presLayoutVars>
      </dgm:prSet>
      <dgm:spPr/>
    </dgm:pt>
    <dgm:pt modelId="{B16869D2-2520-0848-B345-CE018F7E7122}" type="pres">
      <dgm:prSet presAssocID="{43940EDE-DDC0-8346-B002-BC89E8164037}" presName="ConnectLine" presStyleLbl="dkBgShp" presStyleIdx="5" presStyleCnt="10"/>
      <dgm:spPr/>
    </dgm:pt>
    <dgm:pt modelId="{059EFD11-1259-1944-919B-9FC1B603A672}" type="pres">
      <dgm:prSet presAssocID="{43940EDE-DDC0-8346-B002-BC89E8164037}" presName="ConnectorPoint" presStyleCnt="0"/>
      <dgm:spPr/>
    </dgm:pt>
    <dgm:pt modelId="{1755CB37-3BA1-334C-ADD5-E2737F04F469}" type="pres">
      <dgm:prSet presAssocID="{43940EDE-DDC0-8346-B002-BC89E8164037}" presName="Bullet" presStyleLbl="lnNode1" presStyleIdx="3" presStyleCnt="8"/>
      <dgm:spPr/>
    </dgm:pt>
    <dgm:pt modelId="{F6D9AAD0-4F95-A74C-BF05-DA29F42CE872}" type="pres">
      <dgm:prSet presAssocID="{43940EDE-DDC0-8346-B002-BC89E8164037}" presName="EmptyPlaceHolder" presStyleCnt="0"/>
      <dgm:spPr/>
    </dgm:pt>
    <dgm:pt modelId="{BFDEFB99-9976-4C4E-903A-C8F6B4489F6A}" type="pres">
      <dgm:prSet presAssocID="{2F28857A-4849-704D-856D-F3080176C55A}" presName="spaceBetweenRectangles" presStyleCnt="0"/>
      <dgm:spPr/>
    </dgm:pt>
    <dgm:pt modelId="{E6DA556D-0724-5744-B0E7-BA91CF015BC4}" type="pres">
      <dgm:prSet presAssocID="{9D33BCD4-17B3-DD48-A5A3-37994013F1C7}" presName="composite" presStyleCnt="0"/>
      <dgm:spPr/>
    </dgm:pt>
    <dgm:pt modelId="{62BF0185-1633-D541-9B65-12195B9E8669}" type="pres">
      <dgm:prSet presAssocID="{9D33BCD4-17B3-DD48-A5A3-37994013F1C7}" presName="DropPinPlaceHolder" presStyleCnt="0"/>
      <dgm:spPr/>
    </dgm:pt>
    <dgm:pt modelId="{453A17C2-3CB5-224B-91E8-07BEF16EAA68}" type="pres">
      <dgm:prSet presAssocID="{9D33BCD4-17B3-DD48-A5A3-37994013F1C7}" presName="DropPin" presStyleLbl="alignNode1" presStyleIdx="4" presStyleCnt="8"/>
      <dgm:spPr/>
    </dgm:pt>
    <dgm:pt modelId="{DDD8B3B8-88B6-A04F-A82E-DA688B891228}" type="pres">
      <dgm:prSet presAssocID="{9D33BCD4-17B3-DD48-A5A3-37994013F1C7}" presName="Ellipse" presStyleLbl="fgAcc1" presStyleIdx="4" presStyleCnt="8"/>
      <dgm:spPr/>
    </dgm:pt>
    <dgm:pt modelId="{FCF44068-8D8D-BE48-9A41-736B1F77806C}" type="pres">
      <dgm:prSet presAssocID="{9D33BCD4-17B3-DD48-A5A3-37994013F1C7}" presName="L2TextContainer" presStyleLbl="revTx" presStyleIdx="8" presStyleCnt="16">
        <dgm:presLayoutVars>
          <dgm:bulletEnabled val="1"/>
        </dgm:presLayoutVars>
      </dgm:prSet>
      <dgm:spPr/>
    </dgm:pt>
    <dgm:pt modelId="{A5AEB9DB-6166-FA41-88E5-2AAC9CADA52C}" type="pres">
      <dgm:prSet presAssocID="{9D33BCD4-17B3-DD48-A5A3-37994013F1C7}" presName="L1TextContainer" presStyleLbl="revTx" presStyleIdx="9" presStyleCnt="16">
        <dgm:presLayoutVars>
          <dgm:chMax val="1"/>
          <dgm:chPref val="1"/>
          <dgm:bulletEnabled val="1"/>
        </dgm:presLayoutVars>
      </dgm:prSet>
      <dgm:spPr/>
    </dgm:pt>
    <dgm:pt modelId="{0F385173-C6B2-B74C-9290-145C2F5E7409}" type="pres">
      <dgm:prSet presAssocID="{9D33BCD4-17B3-DD48-A5A3-37994013F1C7}" presName="ConnectLine" presStyleLbl="dkBgShp" presStyleIdx="6" presStyleCnt="10"/>
      <dgm:spPr/>
    </dgm:pt>
    <dgm:pt modelId="{9E2E4CA0-5DEB-A043-8606-1202F87F0D36}" type="pres">
      <dgm:prSet presAssocID="{9D33BCD4-17B3-DD48-A5A3-37994013F1C7}" presName="ConnectorPoint" presStyleCnt="0"/>
      <dgm:spPr/>
    </dgm:pt>
    <dgm:pt modelId="{B9300FAA-4817-FF48-AD5E-7CEDCD509BC9}" type="pres">
      <dgm:prSet presAssocID="{9D33BCD4-17B3-DD48-A5A3-37994013F1C7}" presName="Bullet" presStyleLbl="lnNode1" presStyleIdx="4" presStyleCnt="8"/>
      <dgm:spPr/>
    </dgm:pt>
    <dgm:pt modelId="{4546FDD8-028D-8142-AA80-43B8F6ABD136}" type="pres">
      <dgm:prSet presAssocID="{9D33BCD4-17B3-DD48-A5A3-37994013F1C7}" presName="EmptyPlaceHolder" presStyleCnt="0"/>
      <dgm:spPr/>
    </dgm:pt>
    <dgm:pt modelId="{5ACDFB6C-9008-844F-B5A5-2FFC300FE563}" type="pres">
      <dgm:prSet presAssocID="{77C464CC-FBD6-584E-9D1E-D6E94E8FB56B}" presName="spaceBetweenRectangles" presStyleCnt="0"/>
      <dgm:spPr/>
    </dgm:pt>
    <dgm:pt modelId="{9A039733-11EB-9047-B76C-BFE888CD0295}" type="pres">
      <dgm:prSet presAssocID="{4055D838-8303-7A44-B08E-B73ED063ABFA}" presName="composite" presStyleCnt="0"/>
      <dgm:spPr/>
    </dgm:pt>
    <dgm:pt modelId="{396A5C48-0486-5F4F-BED0-59D9E8E0EAB9}" type="pres">
      <dgm:prSet presAssocID="{4055D838-8303-7A44-B08E-B73ED063ABFA}" presName="DropPinPlaceHolder" presStyleCnt="0"/>
      <dgm:spPr/>
    </dgm:pt>
    <dgm:pt modelId="{66B1ADB6-4022-4040-9C62-F8D06436817D}" type="pres">
      <dgm:prSet presAssocID="{4055D838-8303-7A44-B08E-B73ED063ABFA}" presName="DropPin" presStyleLbl="alignNode1" presStyleIdx="5" presStyleCnt="8"/>
      <dgm:spPr/>
    </dgm:pt>
    <dgm:pt modelId="{F5A90E45-89B3-9245-A05C-445707464EC3}" type="pres">
      <dgm:prSet presAssocID="{4055D838-8303-7A44-B08E-B73ED063ABFA}" presName="Ellipse" presStyleLbl="fgAcc1" presStyleIdx="5" presStyleCnt="8"/>
      <dgm:spPr/>
    </dgm:pt>
    <dgm:pt modelId="{B79EC4AB-6A33-7342-BCB7-D05CF42E69DE}" type="pres">
      <dgm:prSet presAssocID="{4055D838-8303-7A44-B08E-B73ED063ABFA}" presName="L2TextContainer" presStyleLbl="revTx" presStyleIdx="10" presStyleCnt="16">
        <dgm:presLayoutVars>
          <dgm:bulletEnabled val="1"/>
        </dgm:presLayoutVars>
      </dgm:prSet>
      <dgm:spPr/>
    </dgm:pt>
    <dgm:pt modelId="{F6177916-81F2-7B41-8BA8-D6A55804176F}" type="pres">
      <dgm:prSet presAssocID="{4055D838-8303-7A44-B08E-B73ED063ABFA}" presName="L1TextContainer" presStyleLbl="revTx" presStyleIdx="11" presStyleCnt="16">
        <dgm:presLayoutVars>
          <dgm:chMax val="1"/>
          <dgm:chPref val="1"/>
          <dgm:bulletEnabled val="1"/>
        </dgm:presLayoutVars>
      </dgm:prSet>
      <dgm:spPr/>
    </dgm:pt>
    <dgm:pt modelId="{BC867A83-522E-D74E-9296-742EFCBCCBDA}" type="pres">
      <dgm:prSet presAssocID="{4055D838-8303-7A44-B08E-B73ED063ABFA}" presName="ConnectLine" presStyleLbl="dkBgShp" presStyleIdx="7" presStyleCnt="10"/>
      <dgm:spPr/>
    </dgm:pt>
    <dgm:pt modelId="{E2A1FFA5-8991-3940-8D34-7A3882D389D1}" type="pres">
      <dgm:prSet presAssocID="{4055D838-8303-7A44-B08E-B73ED063ABFA}" presName="ConnectorPoint" presStyleCnt="0"/>
      <dgm:spPr/>
    </dgm:pt>
    <dgm:pt modelId="{8929C478-41F3-9C48-81C0-293C954319B1}" type="pres">
      <dgm:prSet presAssocID="{4055D838-8303-7A44-B08E-B73ED063ABFA}" presName="Bullet" presStyleLbl="lnNode1" presStyleIdx="5" presStyleCnt="8"/>
      <dgm:spPr/>
    </dgm:pt>
    <dgm:pt modelId="{A5360E0A-4F22-174F-903E-04D9C5B0B388}" type="pres">
      <dgm:prSet presAssocID="{4055D838-8303-7A44-B08E-B73ED063ABFA}" presName="EmptyPlaceHolder" presStyleCnt="0"/>
      <dgm:spPr/>
    </dgm:pt>
    <dgm:pt modelId="{19E4F80D-764A-FD4E-89A2-9E55E6E64EA0}" type="pres">
      <dgm:prSet presAssocID="{034C3700-91E8-D649-978F-32EB92567191}" presName="spaceBetweenRectangles" presStyleCnt="0"/>
      <dgm:spPr/>
    </dgm:pt>
    <dgm:pt modelId="{C80A9307-A1E0-B246-B585-EF234F497196}" type="pres">
      <dgm:prSet presAssocID="{B6B74C5D-3E8A-1B43-A9F8-F6F94A857BF9}" presName="composite" presStyleCnt="0"/>
      <dgm:spPr/>
    </dgm:pt>
    <dgm:pt modelId="{BBF349E9-0056-934E-91BF-985A9E69DAE0}" type="pres">
      <dgm:prSet presAssocID="{B6B74C5D-3E8A-1B43-A9F8-F6F94A857BF9}" presName="DropPinPlaceHolder" presStyleCnt="0"/>
      <dgm:spPr/>
    </dgm:pt>
    <dgm:pt modelId="{AA74DD56-3D24-7F44-8B17-2AFD0DB227D0}" type="pres">
      <dgm:prSet presAssocID="{B6B74C5D-3E8A-1B43-A9F8-F6F94A857BF9}" presName="DropPin" presStyleLbl="alignNode1" presStyleIdx="6" presStyleCnt="8"/>
      <dgm:spPr/>
    </dgm:pt>
    <dgm:pt modelId="{3C100C06-6A63-CD41-898A-43DD14F0730B}" type="pres">
      <dgm:prSet presAssocID="{B6B74C5D-3E8A-1B43-A9F8-F6F94A857BF9}" presName="Ellipse" presStyleLbl="fgAcc1" presStyleIdx="6" presStyleCnt="8"/>
      <dgm:spPr/>
    </dgm:pt>
    <dgm:pt modelId="{FCE8762E-855D-BB43-A7F1-5FACE0F8F65A}" type="pres">
      <dgm:prSet presAssocID="{B6B74C5D-3E8A-1B43-A9F8-F6F94A857BF9}" presName="L2TextContainer" presStyleLbl="revTx" presStyleIdx="12" presStyleCnt="16">
        <dgm:presLayoutVars>
          <dgm:bulletEnabled val="1"/>
        </dgm:presLayoutVars>
      </dgm:prSet>
      <dgm:spPr/>
    </dgm:pt>
    <dgm:pt modelId="{A17A8651-F522-8441-B45C-C57AE1AE5F18}" type="pres">
      <dgm:prSet presAssocID="{B6B74C5D-3E8A-1B43-A9F8-F6F94A857BF9}" presName="L1TextContainer" presStyleLbl="revTx" presStyleIdx="13" presStyleCnt="16">
        <dgm:presLayoutVars>
          <dgm:chMax val="1"/>
          <dgm:chPref val="1"/>
          <dgm:bulletEnabled val="1"/>
        </dgm:presLayoutVars>
      </dgm:prSet>
      <dgm:spPr/>
    </dgm:pt>
    <dgm:pt modelId="{24B5F659-6916-E847-968D-B9A226DAEE60}" type="pres">
      <dgm:prSet presAssocID="{B6B74C5D-3E8A-1B43-A9F8-F6F94A857BF9}" presName="ConnectLine" presStyleLbl="dkBgShp" presStyleIdx="8" presStyleCnt="10"/>
      <dgm:spPr/>
    </dgm:pt>
    <dgm:pt modelId="{F82901DD-53B9-584B-9602-B19F138CA881}" type="pres">
      <dgm:prSet presAssocID="{B6B74C5D-3E8A-1B43-A9F8-F6F94A857BF9}" presName="ConnectorPoint" presStyleCnt="0"/>
      <dgm:spPr/>
    </dgm:pt>
    <dgm:pt modelId="{9ED754CF-E5C7-AA40-9B98-7B4CA6A37673}" type="pres">
      <dgm:prSet presAssocID="{B6B74C5D-3E8A-1B43-A9F8-F6F94A857BF9}" presName="Bullet" presStyleLbl="lnNode1" presStyleIdx="6" presStyleCnt="8"/>
      <dgm:spPr/>
    </dgm:pt>
    <dgm:pt modelId="{A7748EE7-DC93-3F46-9DE7-4E8BB088ECCD}" type="pres">
      <dgm:prSet presAssocID="{B6B74C5D-3E8A-1B43-A9F8-F6F94A857BF9}" presName="EmptyPlaceHolder" presStyleCnt="0"/>
      <dgm:spPr/>
    </dgm:pt>
    <dgm:pt modelId="{E926A04C-1348-9F4D-92B6-F9FEE646C32B}" type="pres">
      <dgm:prSet presAssocID="{14EB3B98-81FF-1148-BD31-DBF878B6AB08}" presName="spaceBetweenRectangles" presStyleCnt="0"/>
      <dgm:spPr/>
    </dgm:pt>
    <dgm:pt modelId="{407E0171-A27D-0045-A04F-5E83E1D241B8}" type="pres">
      <dgm:prSet presAssocID="{D1503150-B155-8449-BEEC-BCB7D794A63B}" presName="composite" presStyleCnt="0"/>
      <dgm:spPr/>
    </dgm:pt>
    <dgm:pt modelId="{BE138CD0-FF63-DA4C-BC62-39665055E882}" type="pres">
      <dgm:prSet presAssocID="{D1503150-B155-8449-BEEC-BCB7D794A63B}" presName="DropPinPlaceHolder" presStyleCnt="0"/>
      <dgm:spPr/>
    </dgm:pt>
    <dgm:pt modelId="{DB2DCD83-3391-EB41-8B64-7384ECF4FA04}" type="pres">
      <dgm:prSet presAssocID="{D1503150-B155-8449-BEEC-BCB7D794A63B}" presName="DropPin" presStyleLbl="alignNode1" presStyleIdx="7" presStyleCnt="8"/>
      <dgm:spPr/>
    </dgm:pt>
    <dgm:pt modelId="{D56539E2-42CA-034C-BAF4-3F5D430493F4}" type="pres">
      <dgm:prSet presAssocID="{D1503150-B155-8449-BEEC-BCB7D794A63B}" presName="Ellipse" presStyleLbl="fgAcc1" presStyleIdx="7" presStyleCnt="8"/>
      <dgm:spPr/>
    </dgm:pt>
    <dgm:pt modelId="{DC7933A6-EB0B-DB4F-83D2-92899F480B91}" type="pres">
      <dgm:prSet presAssocID="{D1503150-B155-8449-BEEC-BCB7D794A63B}" presName="L2TextContainer" presStyleLbl="revTx" presStyleIdx="14" presStyleCnt="16">
        <dgm:presLayoutVars>
          <dgm:bulletEnabled val="1"/>
        </dgm:presLayoutVars>
      </dgm:prSet>
      <dgm:spPr/>
    </dgm:pt>
    <dgm:pt modelId="{01D33F94-D064-7347-9E14-C532170725BA}" type="pres">
      <dgm:prSet presAssocID="{D1503150-B155-8449-BEEC-BCB7D794A63B}" presName="L1TextContainer" presStyleLbl="revTx" presStyleIdx="15" presStyleCnt="16">
        <dgm:presLayoutVars>
          <dgm:chMax val="1"/>
          <dgm:chPref val="1"/>
          <dgm:bulletEnabled val="1"/>
        </dgm:presLayoutVars>
      </dgm:prSet>
      <dgm:spPr/>
    </dgm:pt>
    <dgm:pt modelId="{B14F87E0-FCB3-7447-A25A-45C138838B72}" type="pres">
      <dgm:prSet presAssocID="{D1503150-B155-8449-BEEC-BCB7D794A63B}" presName="ConnectLine" presStyleLbl="dkBgShp" presStyleIdx="9" presStyleCnt="10"/>
      <dgm:spPr/>
    </dgm:pt>
    <dgm:pt modelId="{ED04BDAD-542F-4A4A-814B-7E7D43344867}" type="pres">
      <dgm:prSet presAssocID="{D1503150-B155-8449-BEEC-BCB7D794A63B}" presName="ConnectorPoint" presStyleCnt="0"/>
      <dgm:spPr/>
    </dgm:pt>
    <dgm:pt modelId="{91BCFE0D-CB31-E547-94C2-BBB93064F3BC}" type="pres">
      <dgm:prSet presAssocID="{D1503150-B155-8449-BEEC-BCB7D794A63B}" presName="Bullet" presStyleLbl="lnNode1" presStyleIdx="7" presStyleCnt="8"/>
      <dgm:spPr/>
    </dgm:pt>
    <dgm:pt modelId="{0FA975B4-0A27-F949-ACE6-4B485EC80EEA}" type="pres">
      <dgm:prSet presAssocID="{D1503150-B155-8449-BEEC-BCB7D794A63B}" presName="EmptyPlaceHolder" presStyleCnt="0"/>
      <dgm:spPr/>
    </dgm:pt>
  </dgm:ptLst>
  <dgm:cxnLst>
    <dgm:cxn modelId="{CB89BE01-035C-A349-B5AE-6FEE3650C7B5}" type="presOf" srcId="{2908047E-DF9D-474A-BC99-0EAABEC40208}" destId="{48326993-0F57-6A49-ADED-CC49E7E547B2}" srcOrd="0" destOrd="0" presId="urn:microsoft.com/office/officeart/2024/layout/BulletTimelineInverted"/>
    <dgm:cxn modelId="{6A2FCA05-A7EB-3047-B16D-05DB3A6B577F}" srcId="{4055D838-8303-7A44-B08E-B73ED063ABFA}" destId="{DE351DEB-0DCA-6A42-B374-C1C5FB28D65A}" srcOrd="0" destOrd="0" parTransId="{5F350750-BB69-CB45-B1EA-A541F2CC08C2}" sibTransId="{2D6EC128-A624-794B-AD51-5B2C14DA7612}"/>
    <dgm:cxn modelId="{BC794210-9409-924D-B8DF-3494178D4989}" srcId="{56180FCB-C2EF-4A42-9300-8B4F53B7B7CF}" destId="{740650B5-EC3C-F547-8A60-5D63424DFC33}" srcOrd="0" destOrd="0" parTransId="{F5D1DA0E-CC80-C848-9AB7-C85577FD276B}" sibTransId="{B34C7E77-2D4F-B345-88A0-55DE7EC474E7}"/>
    <dgm:cxn modelId="{236AB817-0E14-BB49-8AFA-906160E282B0}" type="presOf" srcId="{58379004-7209-D94E-96BC-DFD012D53938}" destId="{9A00C765-2E67-4C4F-A021-E19844EC7407}" srcOrd="0" destOrd="1" presId="urn:microsoft.com/office/officeart/2024/layout/BulletTimelineInverted"/>
    <dgm:cxn modelId="{AA0DD317-B45A-2644-B649-ED1AED241B81}" srcId="{56180FCB-C2EF-4A42-9300-8B4F53B7B7CF}" destId="{58379004-7209-D94E-96BC-DFD012D53938}" srcOrd="1" destOrd="0" parTransId="{457F952B-EDD5-DE40-BD74-DAF522B79A7C}" sibTransId="{1B34C3A1-8191-1A43-AACF-0F7AE2BB0039}"/>
    <dgm:cxn modelId="{8E129624-8589-3C44-BDBB-8010B27DC7A1}" srcId="{9D33BCD4-17B3-DD48-A5A3-37994013F1C7}" destId="{FD356E72-F9EE-6B49-B2FF-D17004786B68}" srcOrd="0" destOrd="0" parTransId="{D3C43F1E-8118-784D-B836-BCE1615BB7E2}" sibTransId="{55E9DD46-8B05-2741-8796-98A7B5A5FD56}"/>
    <dgm:cxn modelId="{8269292D-BC7B-1740-A2B6-3319DC14190E}" type="presOf" srcId="{A7ECAADE-1EE6-7342-995D-AE454A4783AB}" destId="{4FF8B1F4-8DF2-1A46-AFAD-5D86EE601234}" srcOrd="0" destOrd="0" presId="urn:microsoft.com/office/officeart/2024/layout/BulletTimelineInverted"/>
    <dgm:cxn modelId="{E8D6F938-F2D4-4646-B236-DDDB91D0BEDA}" type="presOf" srcId="{ECA0257E-6489-6643-89D1-20B3CE838F26}" destId="{DC7933A6-EB0B-DB4F-83D2-92899F480B91}" srcOrd="0" destOrd="2" presId="urn:microsoft.com/office/officeart/2024/layout/BulletTimelineInverted"/>
    <dgm:cxn modelId="{D1E73F3B-1211-D940-8988-C02748E461FC}" type="presOf" srcId="{A8BA06E6-5116-6D4B-9F45-5AFF9B9AAA29}" destId="{FCE8762E-855D-BB43-A7F1-5FACE0F8F65A}" srcOrd="0" destOrd="1" presId="urn:microsoft.com/office/officeart/2024/layout/BulletTimelineInverted"/>
    <dgm:cxn modelId="{11312D3D-F5DD-344E-9C05-4D0F134DC970}" type="presOf" srcId="{C9BB642B-FAC3-B841-93D0-16A5775A7096}" destId="{FCE8762E-855D-BB43-A7F1-5FACE0F8F65A}" srcOrd="0" destOrd="2" presId="urn:microsoft.com/office/officeart/2024/layout/BulletTimelineInverted"/>
    <dgm:cxn modelId="{07357D3F-2856-654A-A29B-73D80431DFB0}" type="presOf" srcId="{740650B5-EC3C-F547-8A60-5D63424DFC33}" destId="{9A00C765-2E67-4C4F-A021-E19844EC7407}" srcOrd="0" destOrd="0" presId="urn:microsoft.com/office/officeart/2024/layout/BulletTimelineInverted"/>
    <dgm:cxn modelId="{BEA43B42-6441-B744-AB85-E88E3733E6C5}" type="presOf" srcId="{AA797270-13C1-0642-AF1C-2B4B311D95C1}" destId="{980D731B-4DBB-E845-A034-66C089756FFB}" srcOrd="0" destOrd="0" presId="urn:microsoft.com/office/officeart/2024/layout/BulletTimelineInverted"/>
    <dgm:cxn modelId="{45868742-E73D-0D4C-832B-38737F65B9B9}" type="presOf" srcId="{CC3F9D75-8F6A-1E43-93B0-B2FC7CD91F3E}" destId="{CBA8DEC6-3020-0E42-AF1E-45422DF94ED6}" srcOrd="0" destOrd="1" presId="urn:microsoft.com/office/officeart/2024/layout/BulletTimelineInverted"/>
    <dgm:cxn modelId="{75FEB345-96FC-D34F-AD47-A125027AAA97}" srcId="{A7ECAADE-1EE6-7342-995D-AE454A4783AB}" destId="{AA797270-13C1-0642-AF1C-2B4B311D95C1}" srcOrd="0" destOrd="0" parTransId="{3790FBC5-20E0-C54E-910E-FF0DD043B186}" sibTransId="{F0C9800B-A881-FD43-A469-941B6C9EFC95}"/>
    <dgm:cxn modelId="{B8FDC747-9C98-4F4B-8C27-5889EBBE0889}" srcId="{A7ECAADE-1EE6-7342-995D-AE454A4783AB}" destId="{4055D838-8303-7A44-B08E-B73ED063ABFA}" srcOrd="5" destOrd="0" parTransId="{E68E2972-E44B-F541-8AF3-C95E35D611A2}" sibTransId="{034C3700-91E8-D649-978F-32EB92567191}"/>
    <dgm:cxn modelId="{97C5C648-32F0-ED41-9828-F78FC436ED78}" type="presOf" srcId="{41599821-6A75-7947-AAED-69A1558324D0}" destId="{B79EC4AB-6A33-7342-BCB7-D05CF42E69DE}" srcOrd="0" destOrd="1" presId="urn:microsoft.com/office/officeart/2024/layout/BulletTimelineInverted"/>
    <dgm:cxn modelId="{AE395D4A-81EB-6141-9A58-1F7D8F01B5FB}" srcId="{43940EDE-DDC0-8346-B002-BC89E8164037}" destId="{9D5D6C61-7607-924F-B4A6-0F7F40D992FC}" srcOrd="0" destOrd="0" parTransId="{82B3C7AA-34F9-C945-9C0F-BFF0C7BD1DB0}" sibTransId="{B7135E6E-2D08-2A40-89D8-4F56194506D6}"/>
    <dgm:cxn modelId="{A1BA594F-046B-B940-B967-43B308514E46}" type="presOf" srcId="{56180FCB-C2EF-4A42-9300-8B4F53B7B7CF}" destId="{C8C7D3BC-F7CC-174C-B249-CCBAB6D4FECF}" srcOrd="0" destOrd="0" presId="urn:microsoft.com/office/officeart/2024/layout/BulletTimelineInverted"/>
    <dgm:cxn modelId="{01B8FC54-2D00-CC46-AF41-C03AE90804A9}" srcId="{A7ECAADE-1EE6-7342-995D-AE454A4783AB}" destId="{D1503150-B155-8449-BEEC-BCB7D794A63B}" srcOrd="7" destOrd="0" parTransId="{390D2777-8A4B-C842-8FC5-5FB399536377}" sibTransId="{57AD3344-8FB7-A241-9104-34F044456CDF}"/>
    <dgm:cxn modelId="{B36E5E56-D4D6-FA40-8E83-A7B52128E5BC}" srcId="{A7ECAADE-1EE6-7342-995D-AE454A4783AB}" destId="{9D33BCD4-17B3-DD48-A5A3-37994013F1C7}" srcOrd="4" destOrd="0" parTransId="{060D8E86-926A-6C45-B9DA-E79B133CB139}" sibTransId="{77C464CC-FBD6-584E-9D1E-D6E94E8FB56B}"/>
    <dgm:cxn modelId="{6590355A-5F05-4043-9B30-8D41A3B034AC}" srcId="{D1503150-B155-8449-BEEC-BCB7D794A63B}" destId="{BFE9E02F-0D57-D844-A2BB-2258E004B623}" srcOrd="0" destOrd="0" parTransId="{DEE78C77-7859-B14E-AF8F-3BB5A596EE94}" sibTransId="{E43D1D7E-4E18-B64F-8C4D-1AD6F3F46AB1}"/>
    <dgm:cxn modelId="{9DFB1D5B-56A5-D246-822A-1554F4778A07}" type="presOf" srcId="{B6B74C5D-3E8A-1B43-A9F8-F6F94A857BF9}" destId="{A17A8651-F522-8441-B45C-C57AE1AE5F18}" srcOrd="0" destOrd="0" presId="urn:microsoft.com/office/officeart/2024/layout/BulletTimelineInverted"/>
    <dgm:cxn modelId="{EDC1385D-5FF7-F746-9BAE-86AF75956A1B}" type="presOf" srcId="{9C95277A-8CFF-C148-857E-4847583C7EDE}" destId="{5F9F7EEF-4E4F-124A-B5BF-C0BE8CBFEE53}" srcOrd="0" destOrd="1" presId="urn:microsoft.com/office/officeart/2024/layout/BulletTimelineInverted"/>
    <dgm:cxn modelId="{77094467-628D-0F49-A500-D706B686F9BF}" srcId="{D1503150-B155-8449-BEEC-BCB7D794A63B}" destId="{166EE83E-93CB-AF45-AAA1-647E90FFCF6B}" srcOrd="1" destOrd="0" parTransId="{3F1BDBD6-6AF8-A946-AE0B-1AA4FAAD1D83}" sibTransId="{FFDEC989-2FEC-044D-A6B9-38CCD7E36CA5}"/>
    <dgm:cxn modelId="{33348A6B-B17E-154D-8FBF-15C8F3921650}" type="presOf" srcId="{9D33BCD4-17B3-DD48-A5A3-37994013F1C7}" destId="{A5AEB9DB-6166-FA41-88E5-2AAC9CADA52C}" srcOrd="0" destOrd="0" presId="urn:microsoft.com/office/officeart/2024/layout/BulletTimelineInverted"/>
    <dgm:cxn modelId="{CC29F06C-1EB8-8045-92A0-A865A3317136}" srcId="{2908047E-DF9D-474A-BC99-0EAABEC40208}" destId="{F5763004-62AB-A24D-8269-47678E167496}" srcOrd="0" destOrd="0" parTransId="{FB3E6EE8-53BB-3543-90ED-A9AC5B26C0B3}" sibTransId="{3B51E8D6-DED3-B046-AC0D-D8DA9E790C91}"/>
    <dgm:cxn modelId="{D64F0F6E-A098-0342-AF0E-07C1F7FBD9AA}" srcId="{D1503150-B155-8449-BEEC-BCB7D794A63B}" destId="{ECA0257E-6489-6643-89D1-20B3CE838F26}" srcOrd="2" destOrd="0" parTransId="{6CF2DD8F-3F0F-8F4B-A2DF-313BBC5CEBA1}" sibTransId="{31EB52CF-6E43-494B-9C90-5B228755C3C7}"/>
    <dgm:cxn modelId="{96CD2877-0E99-BE45-AB4E-FE969E4B7E32}" srcId="{B6B74C5D-3E8A-1B43-A9F8-F6F94A857BF9}" destId="{A8BA06E6-5116-6D4B-9F45-5AFF9B9AAA29}" srcOrd="1" destOrd="0" parTransId="{B6A8A80E-0D84-7D4C-8432-9886397F7709}" sibTransId="{2EAE43B6-6D25-634E-AE40-7CBB64389756}"/>
    <dgm:cxn modelId="{0DB2CD77-B51A-124C-A0B9-17978323D3B7}" srcId="{4055D838-8303-7A44-B08E-B73ED063ABFA}" destId="{41599821-6A75-7947-AAED-69A1558324D0}" srcOrd="1" destOrd="0" parTransId="{F05B892A-76EF-424D-A5F4-50747C8C5C7A}" sibTransId="{E069DA20-8A09-4F45-8FE1-857943CFBC40}"/>
    <dgm:cxn modelId="{5D4E617E-2217-8A4C-839D-5448EA924340}" srcId="{2908047E-DF9D-474A-BC99-0EAABEC40208}" destId="{AD3C8F38-3CF9-4E46-A750-0876D941B88A}" srcOrd="2" destOrd="0" parTransId="{09F3D96A-7F42-D940-9CAA-183EBB5A7B38}" sibTransId="{B553FD99-FEED-264C-89BC-537F0A5D0504}"/>
    <dgm:cxn modelId="{E6BAFE99-505E-364D-88C1-D56076A7C234}" srcId="{9D33BCD4-17B3-DD48-A5A3-37994013F1C7}" destId="{757EE935-531C-0C46-AEC6-76646B5F57CD}" srcOrd="1" destOrd="0" parTransId="{FC791AFA-9B13-B64D-8B6D-D95CD95A0402}" sibTransId="{3DAF43CB-2859-C04F-8AAF-EB0FDCB592AC}"/>
    <dgm:cxn modelId="{A44C20A1-F0A8-EF45-8C7E-462B6B7FCA8F}" srcId="{AA797270-13C1-0642-AF1C-2B4B311D95C1}" destId="{8690959C-917A-5446-8694-2459981F7C14}" srcOrd="0" destOrd="0" parTransId="{7D4A0F55-8F94-7A44-A8C4-8A7B8B5319BC}" sibTransId="{520D66E1-15A7-3E40-8E02-29B8D95E5AFD}"/>
    <dgm:cxn modelId="{FDCCA2A3-4CAF-1345-9FC4-308C25681ABA}" type="presOf" srcId="{9D5D6C61-7607-924F-B4A6-0F7F40D992FC}" destId="{CBA8DEC6-3020-0E42-AF1E-45422DF94ED6}" srcOrd="0" destOrd="0" presId="urn:microsoft.com/office/officeart/2024/layout/BulletTimelineInverted"/>
    <dgm:cxn modelId="{DE408CA7-05C1-2242-8CE2-4D956A6C278E}" type="presOf" srcId="{43940EDE-DDC0-8346-B002-BC89E8164037}" destId="{6F2F3D8D-3FCE-DB4D-92A7-0E68F2C33626}" srcOrd="0" destOrd="0" presId="urn:microsoft.com/office/officeart/2024/layout/BulletTimelineInverted"/>
    <dgm:cxn modelId="{9D3B5EA8-BCF9-3E4A-9CB7-016EE65E2AAA}" type="presOf" srcId="{FD356E72-F9EE-6B49-B2FF-D17004786B68}" destId="{FCF44068-8D8D-BE48-9A41-736B1F77806C}" srcOrd="0" destOrd="0" presId="urn:microsoft.com/office/officeart/2024/layout/BulletTimelineInverted"/>
    <dgm:cxn modelId="{7C039DAB-C02D-FE43-BEA0-74D96146DE9F}" type="presOf" srcId="{DE351DEB-0DCA-6A42-B374-C1C5FB28D65A}" destId="{B79EC4AB-6A33-7342-BCB7-D05CF42E69DE}" srcOrd="0" destOrd="0" presId="urn:microsoft.com/office/officeart/2024/layout/BulletTimelineInverted"/>
    <dgm:cxn modelId="{2809DCAD-082A-2749-A8D1-D3D1C5614487}" type="presOf" srcId="{BFE9E02F-0D57-D844-A2BB-2258E004B623}" destId="{DC7933A6-EB0B-DB4F-83D2-92899F480B91}" srcOrd="0" destOrd="0" presId="urn:microsoft.com/office/officeart/2024/layout/BulletTimelineInverted"/>
    <dgm:cxn modelId="{04B3C5AE-0F67-1049-86CA-48461EF7115F}" srcId="{A7ECAADE-1EE6-7342-995D-AE454A4783AB}" destId="{B6B74C5D-3E8A-1B43-A9F8-F6F94A857BF9}" srcOrd="6" destOrd="0" parTransId="{8F47A80F-2F6B-D840-AB0C-A3994BABB782}" sibTransId="{14EB3B98-81FF-1148-BD31-DBF878B6AB08}"/>
    <dgm:cxn modelId="{990F53B2-12FA-8F44-820C-AB97CCCC3762}" srcId="{43940EDE-DDC0-8346-B002-BC89E8164037}" destId="{CC3F9D75-8F6A-1E43-93B0-B2FC7CD91F3E}" srcOrd="1" destOrd="0" parTransId="{2576BA06-FCA7-BD4F-9BE5-1315B95350B1}" sibTransId="{A57C351F-1A49-6946-A936-68C7B1B0E561}"/>
    <dgm:cxn modelId="{E8676EB2-C507-6747-9538-E8840A5AA679}" type="presOf" srcId="{F5763004-62AB-A24D-8269-47678E167496}" destId="{5F9F7EEF-4E4F-124A-B5BF-C0BE8CBFEE53}" srcOrd="0" destOrd="0" presId="urn:microsoft.com/office/officeart/2024/layout/BulletTimelineInverted"/>
    <dgm:cxn modelId="{FE5C54B4-A101-AC4F-85BF-8FFCCFB2502B}" type="presOf" srcId="{D1503150-B155-8449-BEEC-BCB7D794A63B}" destId="{01D33F94-D064-7347-9E14-C532170725BA}" srcOrd="0" destOrd="0" presId="urn:microsoft.com/office/officeart/2024/layout/BulletTimelineInverted"/>
    <dgm:cxn modelId="{C66AC9BD-D1B2-FA4A-AE16-2C5C7BE3CAFC}" srcId="{D1503150-B155-8449-BEEC-BCB7D794A63B}" destId="{41AEB0E4-CB17-974E-A637-A30ACEA20BB5}" srcOrd="3" destOrd="0" parTransId="{73E6B63F-2A5D-0F44-9917-A6CEDD01AC80}" sibTransId="{3414657A-D8A8-344B-A22F-EB15EE1C448A}"/>
    <dgm:cxn modelId="{2BB1D8C3-0010-4847-8D2E-7149C3E5C470}" srcId="{A7ECAADE-1EE6-7342-995D-AE454A4783AB}" destId="{43940EDE-DDC0-8346-B002-BC89E8164037}" srcOrd="3" destOrd="0" parTransId="{7E07D7E3-275C-9243-AE73-B797439D65FD}" sibTransId="{2F28857A-4849-704D-856D-F3080176C55A}"/>
    <dgm:cxn modelId="{66B5DECB-DA7C-4844-8837-0203A9C1E3C3}" type="presOf" srcId="{166EE83E-93CB-AF45-AAA1-647E90FFCF6B}" destId="{DC7933A6-EB0B-DB4F-83D2-92899F480B91}" srcOrd="0" destOrd="1" presId="urn:microsoft.com/office/officeart/2024/layout/BulletTimelineInverted"/>
    <dgm:cxn modelId="{A93E50D7-B121-0545-A8D1-24FC089494AD}" type="presOf" srcId="{757EE935-531C-0C46-AEC6-76646B5F57CD}" destId="{FCF44068-8D8D-BE48-9A41-736B1F77806C}" srcOrd="0" destOrd="1" presId="urn:microsoft.com/office/officeart/2024/layout/BulletTimelineInverted"/>
    <dgm:cxn modelId="{381293D8-A6FB-274D-B6CF-BE0FEBBE56B9}" type="presOf" srcId="{8292B9E7-214A-2848-9153-8FE0BCA5CDB6}" destId="{FCE8762E-855D-BB43-A7F1-5FACE0F8F65A}" srcOrd="0" destOrd="0" presId="urn:microsoft.com/office/officeart/2024/layout/BulletTimelineInverted"/>
    <dgm:cxn modelId="{3CC059DA-98E7-9042-AD0A-C007B785D0D9}" srcId="{A7ECAADE-1EE6-7342-995D-AE454A4783AB}" destId="{56180FCB-C2EF-4A42-9300-8B4F53B7B7CF}" srcOrd="1" destOrd="0" parTransId="{D1BA0145-9D0F-1E41-BC94-59C40953D531}" sibTransId="{ED95BE43-A72F-2940-9B17-5339D9B07443}"/>
    <dgm:cxn modelId="{94B77EDB-CEC1-734A-91C4-8E44C12A85B7}" srcId="{2908047E-DF9D-474A-BC99-0EAABEC40208}" destId="{9C95277A-8CFF-C148-857E-4847583C7EDE}" srcOrd="1" destOrd="0" parTransId="{D88FB921-0B82-7147-B2AE-51ADE7D155E5}" sibTransId="{CE05266E-88F7-A642-9FE9-C728592F668E}"/>
    <dgm:cxn modelId="{6FED3CDE-B683-934B-B0A3-30C98E0D1323}" type="presOf" srcId="{AD3C8F38-3CF9-4E46-A750-0876D941B88A}" destId="{5F9F7EEF-4E4F-124A-B5BF-C0BE8CBFEE53}" srcOrd="0" destOrd="2" presId="urn:microsoft.com/office/officeart/2024/layout/BulletTimelineInverted"/>
    <dgm:cxn modelId="{C50FEEE3-F836-8049-A34F-B8928F49BE67}" type="presOf" srcId="{90E87520-6232-4249-B50C-A915F0AA29E5}" destId="{01A3572C-2352-A34F-9498-65B0C2A35C5D}" srcOrd="0" destOrd="1" presId="urn:microsoft.com/office/officeart/2024/layout/BulletTimelineInverted"/>
    <dgm:cxn modelId="{467672E5-802D-3F40-8F84-70AFDB3EC967}" srcId="{A7ECAADE-1EE6-7342-995D-AE454A4783AB}" destId="{2908047E-DF9D-474A-BC99-0EAABEC40208}" srcOrd="2" destOrd="0" parTransId="{5EB0CE67-BF56-AE44-A700-A9274D32B0B0}" sibTransId="{6EE61F1D-88E3-B647-A22B-4986DEC8E821}"/>
    <dgm:cxn modelId="{CD9A1CEA-9C0B-E74F-A6E2-A09658E9CAE2}" srcId="{B6B74C5D-3E8A-1B43-A9F8-F6F94A857BF9}" destId="{8292B9E7-214A-2848-9153-8FE0BCA5CDB6}" srcOrd="0" destOrd="0" parTransId="{2CBEBABA-AF23-DA44-BA45-8346041CD80D}" sibTransId="{F455B811-46EC-6A43-A8EC-E192F5E31075}"/>
    <dgm:cxn modelId="{E747B2EA-4FBC-E448-8B25-43F2AA376B6E}" type="presOf" srcId="{41AEB0E4-CB17-974E-A637-A30ACEA20BB5}" destId="{DC7933A6-EB0B-DB4F-83D2-92899F480B91}" srcOrd="0" destOrd="3" presId="urn:microsoft.com/office/officeart/2024/layout/BulletTimelineInverted"/>
    <dgm:cxn modelId="{60AA38EB-9259-C642-8017-697880A761A7}" srcId="{AA797270-13C1-0642-AF1C-2B4B311D95C1}" destId="{90E87520-6232-4249-B50C-A915F0AA29E5}" srcOrd="1" destOrd="0" parTransId="{1CB2AB24-E13D-2443-8014-7DC6B539841A}" sibTransId="{0772802A-8B38-4043-A7CF-90151F3D2BBF}"/>
    <dgm:cxn modelId="{A01072ED-EB3F-5F40-99D4-422AE0470337}" srcId="{B6B74C5D-3E8A-1B43-A9F8-F6F94A857BF9}" destId="{C9BB642B-FAC3-B841-93D0-16A5775A7096}" srcOrd="2" destOrd="0" parTransId="{0F1C3C60-C4AC-AE4D-9078-6D2D0DFE166D}" sibTransId="{EC02AF67-EBD3-8545-9FF0-D09C5AAFEB1D}"/>
    <dgm:cxn modelId="{05A8E2ED-FFFD-D846-BCC2-3EFE42840D5D}" type="presOf" srcId="{4055D838-8303-7A44-B08E-B73ED063ABFA}" destId="{F6177916-81F2-7B41-8BA8-D6A55804176F}" srcOrd="0" destOrd="0" presId="urn:microsoft.com/office/officeart/2024/layout/BulletTimelineInverted"/>
    <dgm:cxn modelId="{D980B7F7-62BC-0541-9A9D-89F323EDE5E6}" type="presOf" srcId="{8690959C-917A-5446-8694-2459981F7C14}" destId="{01A3572C-2352-A34F-9498-65B0C2A35C5D}" srcOrd="0" destOrd="0" presId="urn:microsoft.com/office/officeart/2024/layout/BulletTimelineInverted"/>
    <dgm:cxn modelId="{00CE8C1E-4548-F547-8360-3F06EA927DA7}" type="presParOf" srcId="{4FF8B1F4-8DF2-1A46-AFAD-5D86EE601234}" destId="{BB7F2FCA-07C9-5346-B9AB-98B864307A05}" srcOrd="0" destOrd="0" presId="urn:microsoft.com/office/officeart/2024/layout/BulletTimelineInverted"/>
    <dgm:cxn modelId="{9467BE88-1E39-E04D-AEBE-6DE45F9329FD}" type="presParOf" srcId="{BB7F2FCA-07C9-5346-B9AB-98B864307A05}" destId="{770C7EE3-A669-0A4B-9C16-2F3FD04E7696}" srcOrd="0" destOrd="0" presId="urn:microsoft.com/office/officeart/2024/layout/BulletTimelineInverted"/>
    <dgm:cxn modelId="{9D489691-409E-054B-A875-CB2D79216282}" type="presParOf" srcId="{BB7F2FCA-07C9-5346-B9AB-98B864307A05}" destId="{508A7BF6-4E80-E049-94B4-F6EF1AEC16C1}" srcOrd="1" destOrd="0" presId="urn:microsoft.com/office/officeart/2024/layout/BulletTimelineInverted"/>
    <dgm:cxn modelId="{8A4CF04B-D0F9-954C-B529-9062F7E060C9}" type="presParOf" srcId="{4FF8B1F4-8DF2-1A46-AFAD-5D86EE601234}" destId="{13C73FB9-E477-164A-9684-C090926594C0}" srcOrd="1" destOrd="0" presId="urn:microsoft.com/office/officeart/2024/layout/BulletTimelineInverted"/>
    <dgm:cxn modelId="{317F5179-7BD4-2946-8E98-7CBCFEAD7F3A}" type="presParOf" srcId="{13C73FB9-E477-164A-9684-C090926594C0}" destId="{08B496AE-2DCE-6F48-8D3C-1D85BA4F8175}" srcOrd="0" destOrd="0" presId="urn:microsoft.com/office/officeart/2024/layout/BulletTimelineInverted"/>
    <dgm:cxn modelId="{EFE940D4-CA95-E146-9B4C-3CEA2AA22A4F}" type="presParOf" srcId="{08B496AE-2DCE-6F48-8D3C-1D85BA4F8175}" destId="{19264F7C-7C06-074A-979F-467DC0598C2C}" srcOrd="0" destOrd="0" presId="urn:microsoft.com/office/officeart/2024/layout/BulletTimelineInverted"/>
    <dgm:cxn modelId="{38974FA0-3F08-E24A-B320-B2F2462B713C}" type="presParOf" srcId="{19264F7C-7C06-074A-979F-467DC0598C2C}" destId="{B88133AB-00AD-214C-8566-470F8F473F9A}" srcOrd="0" destOrd="0" presId="urn:microsoft.com/office/officeart/2024/layout/BulletTimelineInverted"/>
    <dgm:cxn modelId="{03A2F4F4-1A65-5B4E-827D-C8906E75C0F2}" type="presParOf" srcId="{19264F7C-7C06-074A-979F-467DC0598C2C}" destId="{E0D8EC72-5252-B54E-9EF7-32B8B061779B}" srcOrd="1" destOrd="0" presId="urn:microsoft.com/office/officeart/2024/layout/BulletTimelineInverted"/>
    <dgm:cxn modelId="{68E14CE3-9B3D-2B43-991D-8E51A9F1ECBD}" type="presParOf" srcId="{08B496AE-2DCE-6F48-8D3C-1D85BA4F8175}" destId="{01A3572C-2352-A34F-9498-65B0C2A35C5D}" srcOrd="1" destOrd="0" presId="urn:microsoft.com/office/officeart/2024/layout/BulletTimelineInverted"/>
    <dgm:cxn modelId="{9992ED30-995D-2D43-9C9A-7590C83C1DCD}" type="presParOf" srcId="{08B496AE-2DCE-6F48-8D3C-1D85BA4F8175}" destId="{980D731B-4DBB-E845-A034-66C089756FFB}" srcOrd="2" destOrd="0" presId="urn:microsoft.com/office/officeart/2024/layout/BulletTimelineInverted"/>
    <dgm:cxn modelId="{0864714F-68C4-4444-A66F-4F67AC643956}" type="presParOf" srcId="{08B496AE-2DCE-6F48-8D3C-1D85BA4F8175}" destId="{A134D93D-FC88-1D48-9D14-B115ED1B3DAC}" srcOrd="3" destOrd="0" presId="urn:microsoft.com/office/officeart/2024/layout/BulletTimelineInverted"/>
    <dgm:cxn modelId="{34849F7E-02DF-634C-8405-02CC44ACDA3A}" type="presParOf" srcId="{08B496AE-2DCE-6F48-8D3C-1D85BA4F8175}" destId="{050E6583-19EC-6740-B424-AA09341F6AD9}" srcOrd="4" destOrd="0" presId="urn:microsoft.com/office/officeart/2024/layout/BulletTimelineInverted"/>
    <dgm:cxn modelId="{4E606E60-8303-CB4C-A554-A8E64C8C72E5}" type="presParOf" srcId="{050E6583-19EC-6740-B424-AA09341F6AD9}" destId="{9D5AA740-E702-2F44-9400-0EA418BB1A5E}" srcOrd="0" destOrd="0" presId="urn:microsoft.com/office/officeart/2024/layout/BulletTimelineInverted"/>
    <dgm:cxn modelId="{E12920D7-BFEE-6544-B88B-FA979FFDF589}" type="presParOf" srcId="{08B496AE-2DCE-6F48-8D3C-1D85BA4F8175}" destId="{35BE9DA6-BFE8-BE42-B592-73D8BBC7EF11}" srcOrd="5" destOrd="0" presId="urn:microsoft.com/office/officeart/2024/layout/BulletTimelineInverted"/>
    <dgm:cxn modelId="{AC5A2370-145B-624F-9605-FA9298F8F3C6}" type="presParOf" srcId="{13C73FB9-E477-164A-9684-C090926594C0}" destId="{BBC5DDBA-CD55-2847-820F-CA836CA6D4B4}" srcOrd="1" destOrd="0" presId="urn:microsoft.com/office/officeart/2024/layout/BulletTimelineInverted"/>
    <dgm:cxn modelId="{A2303ABB-64E0-FB44-9F78-380914D0FB2E}" type="presParOf" srcId="{13C73FB9-E477-164A-9684-C090926594C0}" destId="{CCCF0D63-E1A3-A849-BAD9-23EBED26D112}" srcOrd="2" destOrd="0" presId="urn:microsoft.com/office/officeart/2024/layout/BulletTimelineInverted"/>
    <dgm:cxn modelId="{66880E4A-7096-9C4F-8F1B-8F82F4B7367A}" type="presParOf" srcId="{CCCF0D63-E1A3-A849-BAD9-23EBED26D112}" destId="{F243D20E-3EB7-E645-AB1B-2253AA750F14}" srcOrd="0" destOrd="0" presId="urn:microsoft.com/office/officeart/2024/layout/BulletTimelineInverted"/>
    <dgm:cxn modelId="{FDB5376E-CD12-2D4E-AE06-A4039564B29C}" type="presParOf" srcId="{F243D20E-3EB7-E645-AB1B-2253AA750F14}" destId="{F5BC9D9E-650B-F84B-98F5-10AD21E1CDA4}" srcOrd="0" destOrd="0" presId="urn:microsoft.com/office/officeart/2024/layout/BulletTimelineInverted"/>
    <dgm:cxn modelId="{08128FC2-404E-6145-BCCF-401D7590812D}" type="presParOf" srcId="{F243D20E-3EB7-E645-AB1B-2253AA750F14}" destId="{21E99F18-80C1-074F-B964-F22EBE243C26}" srcOrd="1" destOrd="0" presId="urn:microsoft.com/office/officeart/2024/layout/BulletTimelineInverted"/>
    <dgm:cxn modelId="{F8D68F2D-97D7-314D-8593-6E7A5D75F56D}" type="presParOf" srcId="{CCCF0D63-E1A3-A849-BAD9-23EBED26D112}" destId="{9A00C765-2E67-4C4F-A021-E19844EC7407}" srcOrd="1" destOrd="0" presId="urn:microsoft.com/office/officeart/2024/layout/BulletTimelineInverted"/>
    <dgm:cxn modelId="{DC242F57-B565-4A4B-AC44-33B29BBEA50A}" type="presParOf" srcId="{CCCF0D63-E1A3-A849-BAD9-23EBED26D112}" destId="{C8C7D3BC-F7CC-174C-B249-CCBAB6D4FECF}" srcOrd="2" destOrd="0" presId="urn:microsoft.com/office/officeart/2024/layout/BulletTimelineInverted"/>
    <dgm:cxn modelId="{E985294F-ED51-564B-8B59-6D402C0C3D27}" type="presParOf" srcId="{CCCF0D63-E1A3-A849-BAD9-23EBED26D112}" destId="{47FD8DE7-8322-AB44-9A70-9A67EB041510}" srcOrd="3" destOrd="0" presId="urn:microsoft.com/office/officeart/2024/layout/BulletTimelineInverted"/>
    <dgm:cxn modelId="{715DFF05-1E67-6B45-B72D-41DC0215886C}" type="presParOf" srcId="{CCCF0D63-E1A3-A849-BAD9-23EBED26D112}" destId="{AA504676-ECC8-1D42-982E-3F3ED92671AA}" srcOrd="4" destOrd="0" presId="urn:microsoft.com/office/officeart/2024/layout/BulletTimelineInverted"/>
    <dgm:cxn modelId="{36469D2E-F0E9-FE41-AB44-837DE7DE45B2}" type="presParOf" srcId="{AA504676-ECC8-1D42-982E-3F3ED92671AA}" destId="{4C3210B6-55B9-3F40-A1D6-97040BB5CF58}" srcOrd="0" destOrd="0" presId="urn:microsoft.com/office/officeart/2024/layout/BulletTimelineInverted"/>
    <dgm:cxn modelId="{61F08312-FE71-0340-9DB4-A31B56CA4312}" type="presParOf" srcId="{CCCF0D63-E1A3-A849-BAD9-23EBED26D112}" destId="{6C5E00E1-6258-ED4A-B620-C2BDA0521F1C}" srcOrd="5" destOrd="0" presId="urn:microsoft.com/office/officeart/2024/layout/BulletTimelineInverted"/>
    <dgm:cxn modelId="{EFE89435-C7DB-0249-8F39-EB2D3476E785}" type="presParOf" srcId="{13C73FB9-E477-164A-9684-C090926594C0}" destId="{14CF6D47-498F-C543-B577-E929C743FCB1}" srcOrd="3" destOrd="0" presId="urn:microsoft.com/office/officeart/2024/layout/BulletTimelineInverted"/>
    <dgm:cxn modelId="{FE8ECF75-C17D-4642-9686-648A965EE8DE}" type="presParOf" srcId="{13C73FB9-E477-164A-9684-C090926594C0}" destId="{7B64DE30-D03D-D544-94EF-F3E0A67FB1AD}" srcOrd="4" destOrd="0" presId="urn:microsoft.com/office/officeart/2024/layout/BulletTimelineInverted"/>
    <dgm:cxn modelId="{D74F875B-A37F-6445-9C82-3EA889272753}" type="presParOf" srcId="{7B64DE30-D03D-D544-94EF-F3E0A67FB1AD}" destId="{1D0CBA4A-F1F2-B946-AFD4-EF6E7FB885DA}" srcOrd="0" destOrd="0" presId="urn:microsoft.com/office/officeart/2024/layout/BulletTimelineInverted"/>
    <dgm:cxn modelId="{47FBD520-C5B4-5949-A9AB-1CE6E06E8224}" type="presParOf" srcId="{1D0CBA4A-F1F2-B946-AFD4-EF6E7FB885DA}" destId="{02BD01A4-23A1-F342-AE3D-89A03F600AE2}" srcOrd="0" destOrd="0" presId="urn:microsoft.com/office/officeart/2024/layout/BulletTimelineInverted"/>
    <dgm:cxn modelId="{E2D255A7-E853-FF40-AC35-40E26281EC81}" type="presParOf" srcId="{1D0CBA4A-F1F2-B946-AFD4-EF6E7FB885DA}" destId="{1703F757-AAE0-2843-BA44-F6AAF9A91F4B}" srcOrd="1" destOrd="0" presId="urn:microsoft.com/office/officeart/2024/layout/BulletTimelineInverted"/>
    <dgm:cxn modelId="{5939C4BB-578A-6043-A5D4-4D8101004284}" type="presParOf" srcId="{7B64DE30-D03D-D544-94EF-F3E0A67FB1AD}" destId="{5F9F7EEF-4E4F-124A-B5BF-C0BE8CBFEE53}" srcOrd="1" destOrd="0" presId="urn:microsoft.com/office/officeart/2024/layout/BulletTimelineInverted"/>
    <dgm:cxn modelId="{EDC2D2E9-345D-DA41-B172-D7BBE385654C}" type="presParOf" srcId="{7B64DE30-D03D-D544-94EF-F3E0A67FB1AD}" destId="{48326993-0F57-6A49-ADED-CC49E7E547B2}" srcOrd="2" destOrd="0" presId="urn:microsoft.com/office/officeart/2024/layout/BulletTimelineInverted"/>
    <dgm:cxn modelId="{96479AE0-F074-3C44-8914-EBC5589B1857}" type="presParOf" srcId="{7B64DE30-D03D-D544-94EF-F3E0A67FB1AD}" destId="{40296FC0-CDC6-624C-A66A-3940E2ABFD9E}" srcOrd="3" destOrd="0" presId="urn:microsoft.com/office/officeart/2024/layout/BulletTimelineInverted"/>
    <dgm:cxn modelId="{58F06EA0-5B59-7C46-BC86-0CD158E5B6D0}" type="presParOf" srcId="{7B64DE30-D03D-D544-94EF-F3E0A67FB1AD}" destId="{F0A7CE84-341C-6B4A-AC62-9D7EFAF94762}" srcOrd="4" destOrd="0" presId="urn:microsoft.com/office/officeart/2024/layout/BulletTimelineInverted"/>
    <dgm:cxn modelId="{A34C88F6-4E7E-A943-B366-C7F329434B75}" type="presParOf" srcId="{F0A7CE84-341C-6B4A-AC62-9D7EFAF94762}" destId="{985F4E9A-0B2B-3445-8A64-818A7751880D}" srcOrd="0" destOrd="0" presId="urn:microsoft.com/office/officeart/2024/layout/BulletTimelineInverted"/>
    <dgm:cxn modelId="{A2D304E9-CDFD-074C-AE95-E31676098C88}" type="presParOf" srcId="{7B64DE30-D03D-D544-94EF-F3E0A67FB1AD}" destId="{B039E887-D455-E344-9534-6C4B8E557406}" srcOrd="5" destOrd="0" presId="urn:microsoft.com/office/officeart/2024/layout/BulletTimelineInverted"/>
    <dgm:cxn modelId="{97F8F183-893E-ED44-B74D-AE1654C15DA1}" type="presParOf" srcId="{13C73FB9-E477-164A-9684-C090926594C0}" destId="{64B61F2F-BD5B-E14C-BCD7-D50B43213683}" srcOrd="5" destOrd="0" presId="urn:microsoft.com/office/officeart/2024/layout/BulletTimelineInverted"/>
    <dgm:cxn modelId="{A6CF7BB7-9B98-B347-A28C-0871D22A1F15}" type="presParOf" srcId="{13C73FB9-E477-164A-9684-C090926594C0}" destId="{BCACFBC5-D9F9-4841-AA58-F9C4D9983746}" srcOrd="6" destOrd="0" presId="urn:microsoft.com/office/officeart/2024/layout/BulletTimelineInverted"/>
    <dgm:cxn modelId="{FF83AB69-1356-6A48-AC81-FA3FC9B9D06A}" type="presParOf" srcId="{BCACFBC5-D9F9-4841-AA58-F9C4D9983746}" destId="{71CA4266-9124-F44B-A7EF-54C0F071F547}" srcOrd="0" destOrd="0" presId="urn:microsoft.com/office/officeart/2024/layout/BulletTimelineInverted"/>
    <dgm:cxn modelId="{1061E6E1-7466-5649-A912-FA77D0824F67}" type="presParOf" srcId="{71CA4266-9124-F44B-A7EF-54C0F071F547}" destId="{F500D496-6666-D24C-9B74-F9014FA5ECC3}" srcOrd="0" destOrd="0" presId="urn:microsoft.com/office/officeart/2024/layout/BulletTimelineInverted"/>
    <dgm:cxn modelId="{161B7D9A-DEC7-174B-8F07-EC8E94950F21}" type="presParOf" srcId="{71CA4266-9124-F44B-A7EF-54C0F071F547}" destId="{B9414183-C289-A444-BE72-26ADE5E1AA17}" srcOrd="1" destOrd="0" presId="urn:microsoft.com/office/officeart/2024/layout/BulletTimelineInverted"/>
    <dgm:cxn modelId="{8F3571AE-497A-3744-8837-FBBB34186CB8}" type="presParOf" srcId="{BCACFBC5-D9F9-4841-AA58-F9C4D9983746}" destId="{CBA8DEC6-3020-0E42-AF1E-45422DF94ED6}" srcOrd="1" destOrd="0" presId="urn:microsoft.com/office/officeart/2024/layout/BulletTimelineInverted"/>
    <dgm:cxn modelId="{F1566383-3976-CE43-A1BE-019693CAFA49}" type="presParOf" srcId="{BCACFBC5-D9F9-4841-AA58-F9C4D9983746}" destId="{6F2F3D8D-3FCE-DB4D-92A7-0E68F2C33626}" srcOrd="2" destOrd="0" presId="urn:microsoft.com/office/officeart/2024/layout/BulletTimelineInverted"/>
    <dgm:cxn modelId="{87BAA4C3-32D6-6347-8244-074D287D6907}" type="presParOf" srcId="{BCACFBC5-D9F9-4841-AA58-F9C4D9983746}" destId="{B16869D2-2520-0848-B345-CE018F7E7122}" srcOrd="3" destOrd="0" presId="urn:microsoft.com/office/officeart/2024/layout/BulletTimelineInverted"/>
    <dgm:cxn modelId="{5FAD6C29-CAA3-524A-B320-759852973911}" type="presParOf" srcId="{BCACFBC5-D9F9-4841-AA58-F9C4D9983746}" destId="{059EFD11-1259-1944-919B-9FC1B603A672}" srcOrd="4" destOrd="0" presId="urn:microsoft.com/office/officeart/2024/layout/BulletTimelineInverted"/>
    <dgm:cxn modelId="{249F57D5-9487-9F4C-BFFC-55D7D18EC50D}" type="presParOf" srcId="{059EFD11-1259-1944-919B-9FC1B603A672}" destId="{1755CB37-3BA1-334C-ADD5-E2737F04F469}" srcOrd="0" destOrd="0" presId="urn:microsoft.com/office/officeart/2024/layout/BulletTimelineInverted"/>
    <dgm:cxn modelId="{BC493A6D-6872-8740-A71C-98ADAD13D5A2}" type="presParOf" srcId="{BCACFBC5-D9F9-4841-AA58-F9C4D9983746}" destId="{F6D9AAD0-4F95-A74C-BF05-DA29F42CE872}" srcOrd="5" destOrd="0" presId="urn:microsoft.com/office/officeart/2024/layout/BulletTimelineInverted"/>
    <dgm:cxn modelId="{47D85561-CF31-FA45-8438-48EEE8AA17D1}" type="presParOf" srcId="{13C73FB9-E477-164A-9684-C090926594C0}" destId="{BFDEFB99-9976-4C4E-903A-C8F6B4489F6A}" srcOrd="7" destOrd="0" presId="urn:microsoft.com/office/officeart/2024/layout/BulletTimelineInverted"/>
    <dgm:cxn modelId="{83702261-6E6E-9E43-A207-1933BFC15626}" type="presParOf" srcId="{13C73FB9-E477-164A-9684-C090926594C0}" destId="{E6DA556D-0724-5744-B0E7-BA91CF015BC4}" srcOrd="8" destOrd="0" presId="urn:microsoft.com/office/officeart/2024/layout/BulletTimelineInverted"/>
    <dgm:cxn modelId="{57D330E5-CF8C-2940-AC1F-0B9E66E0C1C0}" type="presParOf" srcId="{E6DA556D-0724-5744-B0E7-BA91CF015BC4}" destId="{62BF0185-1633-D541-9B65-12195B9E8669}" srcOrd="0" destOrd="0" presId="urn:microsoft.com/office/officeart/2024/layout/BulletTimelineInverted"/>
    <dgm:cxn modelId="{CB846A25-838E-6045-B020-26E131EEBB2D}" type="presParOf" srcId="{62BF0185-1633-D541-9B65-12195B9E8669}" destId="{453A17C2-3CB5-224B-91E8-07BEF16EAA68}" srcOrd="0" destOrd="0" presId="urn:microsoft.com/office/officeart/2024/layout/BulletTimelineInverted"/>
    <dgm:cxn modelId="{610705FE-CD14-1945-B986-5BD300B7647D}" type="presParOf" srcId="{62BF0185-1633-D541-9B65-12195B9E8669}" destId="{DDD8B3B8-88B6-A04F-A82E-DA688B891228}" srcOrd="1" destOrd="0" presId="urn:microsoft.com/office/officeart/2024/layout/BulletTimelineInverted"/>
    <dgm:cxn modelId="{D9FD55E6-9145-6C41-9A8F-9819561C5E7D}" type="presParOf" srcId="{E6DA556D-0724-5744-B0E7-BA91CF015BC4}" destId="{FCF44068-8D8D-BE48-9A41-736B1F77806C}" srcOrd="1" destOrd="0" presId="urn:microsoft.com/office/officeart/2024/layout/BulletTimelineInverted"/>
    <dgm:cxn modelId="{62E98A11-80B7-B341-B843-5071AD3AF5A6}" type="presParOf" srcId="{E6DA556D-0724-5744-B0E7-BA91CF015BC4}" destId="{A5AEB9DB-6166-FA41-88E5-2AAC9CADA52C}" srcOrd="2" destOrd="0" presId="urn:microsoft.com/office/officeart/2024/layout/BulletTimelineInverted"/>
    <dgm:cxn modelId="{27B3E650-5E11-964C-B725-9B4957713EDC}" type="presParOf" srcId="{E6DA556D-0724-5744-B0E7-BA91CF015BC4}" destId="{0F385173-C6B2-B74C-9290-145C2F5E7409}" srcOrd="3" destOrd="0" presId="urn:microsoft.com/office/officeart/2024/layout/BulletTimelineInverted"/>
    <dgm:cxn modelId="{1E30945E-1505-2747-BA34-CAF4124B3491}" type="presParOf" srcId="{E6DA556D-0724-5744-B0E7-BA91CF015BC4}" destId="{9E2E4CA0-5DEB-A043-8606-1202F87F0D36}" srcOrd="4" destOrd="0" presId="urn:microsoft.com/office/officeart/2024/layout/BulletTimelineInverted"/>
    <dgm:cxn modelId="{2340AE24-6B1A-A649-9EDF-C77D5374AEFD}" type="presParOf" srcId="{9E2E4CA0-5DEB-A043-8606-1202F87F0D36}" destId="{B9300FAA-4817-FF48-AD5E-7CEDCD509BC9}" srcOrd="0" destOrd="0" presId="urn:microsoft.com/office/officeart/2024/layout/BulletTimelineInverted"/>
    <dgm:cxn modelId="{E9828370-C144-6A4D-AF12-B460E8BE2E73}" type="presParOf" srcId="{E6DA556D-0724-5744-B0E7-BA91CF015BC4}" destId="{4546FDD8-028D-8142-AA80-43B8F6ABD136}" srcOrd="5" destOrd="0" presId="urn:microsoft.com/office/officeart/2024/layout/BulletTimelineInverted"/>
    <dgm:cxn modelId="{D5A21BF3-3F0A-594D-852E-C380DD4EFA03}" type="presParOf" srcId="{13C73FB9-E477-164A-9684-C090926594C0}" destId="{5ACDFB6C-9008-844F-B5A5-2FFC300FE563}" srcOrd="9" destOrd="0" presId="urn:microsoft.com/office/officeart/2024/layout/BulletTimelineInverted"/>
    <dgm:cxn modelId="{8A7A49E9-BA50-504E-B022-DFCE3285D827}" type="presParOf" srcId="{13C73FB9-E477-164A-9684-C090926594C0}" destId="{9A039733-11EB-9047-B76C-BFE888CD0295}" srcOrd="10" destOrd="0" presId="urn:microsoft.com/office/officeart/2024/layout/BulletTimelineInverted"/>
    <dgm:cxn modelId="{183CD7A5-40B5-924E-8602-BC1580A6ACFA}" type="presParOf" srcId="{9A039733-11EB-9047-B76C-BFE888CD0295}" destId="{396A5C48-0486-5F4F-BED0-59D9E8E0EAB9}" srcOrd="0" destOrd="0" presId="urn:microsoft.com/office/officeart/2024/layout/BulletTimelineInverted"/>
    <dgm:cxn modelId="{0F08F172-0C33-B345-B4C3-48CB0AED9417}" type="presParOf" srcId="{396A5C48-0486-5F4F-BED0-59D9E8E0EAB9}" destId="{66B1ADB6-4022-4040-9C62-F8D06436817D}" srcOrd="0" destOrd="0" presId="urn:microsoft.com/office/officeart/2024/layout/BulletTimelineInverted"/>
    <dgm:cxn modelId="{11485A14-38E3-9F47-94EC-563949329740}" type="presParOf" srcId="{396A5C48-0486-5F4F-BED0-59D9E8E0EAB9}" destId="{F5A90E45-89B3-9245-A05C-445707464EC3}" srcOrd="1" destOrd="0" presId="urn:microsoft.com/office/officeart/2024/layout/BulletTimelineInverted"/>
    <dgm:cxn modelId="{80A9D224-93DD-AC48-9AF5-4B8C218FC4CC}" type="presParOf" srcId="{9A039733-11EB-9047-B76C-BFE888CD0295}" destId="{B79EC4AB-6A33-7342-BCB7-D05CF42E69DE}" srcOrd="1" destOrd="0" presId="urn:microsoft.com/office/officeart/2024/layout/BulletTimelineInverted"/>
    <dgm:cxn modelId="{BDF586A4-F8B1-514E-A545-8DA928E7C94D}" type="presParOf" srcId="{9A039733-11EB-9047-B76C-BFE888CD0295}" destId="{F6177916-81F2-7B41-8BA8-D6A55804176F}" srcOrd="2" destOrd="0" presId="urn:microsoft.com/office/officeart/2024/layout/BulletTimelineInverted"/>
    <dgm:cxn modelId="{E865BD2A-2F04-CB40-B39E-A05EEA0D3D3C}" type="presParOf" srcId="{9A039733-11EB-9047-B76C-BFE888CD0295}" destId="{BC867A83-522E-D74E-9296-742EFCBCCBDA}" srcOrd="3" destOrd="0" presId="urn:microsoft.com/office/officeart/2024/layout/BulletTimelineInverted"/>
    <dgm:cxn modelId="{1290BC09-9BB1-B448-9E58-ED516799A523}" type="presParOf" srcId="{9A039733-11EB-9047-B76C-BFE888CD0295}" destId="{E2A1FFA5-8991-3940-8D34-7A3882D389D1}" srcOrd="4" destOrd="0" presId="urn:microsoft.com/office/officeart/2024/layout/BulletTimelineInverted"/>
    <dgm:cxn modelId="{E780F8A3-93D3-994B-BD6A-BD0D7B577B5C}" type="presParOf" srcId="{E2A1FFA5-8991-3940-8D34-7A3882D389D1}" destId="{8929C478-41F3-9C48-81C0-293C954319B1}" srcOrd="0" destOrd="0" presId="urn:microsoft.com/office/officeart/2024/layout/BulletTimelineInverted"/>
    <dgm:cxn modelId="{48374270-4945-514B-8740-F11CB8244DC5}" type="presParOf" srcId="{9A039733-11EB-9047-B76C-BFE888CD0295}" destId="{A5360E0A-4F22-174F-903E-04D9C5B0B388}" srcOrd="5" destOrd="0" presId="urn:microsoft.com/office/officeart/2024/layout/BulletTimelineInverted"/>
    <dgm:cxn modelId="{B6D90016-4F64-3547-8F04-9C97027E6F36}" type="presParOf" srcId="{13C73FB9-E477-164A-9684-C090926594C0}" destId="{19E4F80D-764A-FD4E-89A2-9E55E6E64EA0}" srcOrd="11" destOrd="0" presId="urn:microsoft.com/office/officeart/2024/layout/BulletTimelineInverted"/>
    <dgm:cxn modelId="{DC374504-ADD6-7641-A5A0-0D075690BBB5}" type="presParOf" srcId="{13C73FB9-E477-164A-9684-C090926594C0}" destId="{C80A9307-A1E0-B246-B585-EF234F497196}" srcOrd="12" destOrd="0" presId="urn:microsoft.com/office/officeart/2024/layout/BulletTimelineInverted"/>
    <dgm:cxn modelId="{E315F9E4-AACD-4649-8A45-D0F97B916775}" type="presParOf" srcId="{C80A9307-A1E0-B246-B585-EF234F497196}" destId="{BBF349E9-0056-934E-91BF-985A9E69DAE0}" srcOrd="0" destOrd="0" presId="urn:microsoft.com/office/officeart/2024/layout/BulletTimelineInverted"/>
    <dgm:cxn modelId="{A3AE646E-315B-C243-91D9-4BE61E423737}" type="presParOf" srcId="{BBF349E9-0056-934E-91BF-985A9E69DAE0}" destId="{AA74DD56-3D24-7F44-8B17-2AFD0DB227D0}" srcOrd="0" destOrd="0" presId="urn:microsoft.com/office/officeart/2024/layout/BulletTimelineInverted"/>
    <dgm:cxn modelId="{8ADBFA91-362B-6844-80E8-CFF56D1756A4}" type="presParOf" srcId="{BBF349E9-0056-934E-91BF-985A9E69DAE0}" destId="{3C100C06-6A63-CD41-898A-43DD14F0730B}" srcOrd="1" destOrd="0" presId="urn:microsoft.com/office/officeart/2024/layout/BulletTimelineInverted"/>
    <dgm:cxn modelId="{F492CC54-9E48-C540-93A5-ECB011A08458}" type="presParOf" srcId="{C80A9307-A1E0-B246-B585-EF234F497196}" destId="{FCE8762E-855D-BB43-A7F1-5FACE0F8F65A}" srcOrd="1" destOrd="0" presId="urn:microsoft.com/office/officeart/2024/layout/BulletTimelineInverted"/>
    <dgm:cxn modelId="{34059D5F-36B0-9344-8603-C47CE64549A1}" type="presParOf" srcId="{C80A9307-A1E0-B246-B585-EF234F497196}" destId="{A17A8651-F522-8441-B45C-C57AE1AE5F18}" srcOrd="2" destOrd="0" presId="urn:microsoft.com/office/officeart/2024/layout/BulletTimelineInverted"/>
    <dgm:cxn modelId="{029FF357-1DA3-4148-9397-BBA7C038C5D8}" type="presParOf" srcId="{C80A9307-A1E0-B246-B585-EF234F497196}" destId="{24B5F659-6916-E847-968D-B9A226DAEE60}" srcOrd="3" destOrd="0" presId="urn:microsoft.com/office/officeart/2024/layout/BulletTimelineInverted"/>
    <dgm:cxn modelId="{4C78AEB8-4836-404C-B357-3D2970EC2A13}" type="presParOf" srcId="{C80A9307-A1E0-B246-B585-EF234F497196}" destId="{F82901DD-53B9-584B-9602-B19F138CA881}" srcOrd="4" destOrd="0" presId="urn:microsoft.com/office/officeart/2024/layout/BulletTimelineInverted"/>
    <dgm:cxn modelId="{F0CB9975-0D3A-2F47-A84C-A993A2B00C2E}" type="presParOf" srcId="{F82901DD-53B9-584B-9602-B19F138CA881}" destId="{9ED754CF-E5C7-AA40-9B98-7B4CA6A37673}" srcOrd="0" destOrd="0" presId="urn:microsoft.com/office/officeart/2024/layout/BulletTimelineInverted"/>
    <dgm:cxn modelId="{E16C531D-AAFF-704E-8A8B-7E391D91C111}" type="presParOf" srcId="{C80A9307-A1E0-B246-B585-EF234F497196}" destId="{A7748EE7-DC93-3F46-9DE7-4E8BB088ECCD}" srcOrd="5" destOrd="0" presId="urn:microsoft.com/office/officeart/2024/layout/BulletTimelineInverted"/>
    <dgm:cxn modelId="{507E7C55-A52A-2B41-A52C-BC23AF295580}" type="presParOf" srcId="{13C73FB9-E477-164A-9684-C090926594C0}" destId="{E926A04C-1348-9F4D-92B6-F9FEE646C32B}" srcOrd="13" destOrd="0" presId="urn:microsoft.com/office/officeart/2024/layout/BulletTimelineInverted"/>
    <dgm:cxn modelId="{6DC010CF-8120-6846-9EF0-A14C07924D8E}" type="presParOf" srcId="{13C73FB9-E477-164A-9684-C090926594C0}" destId="{407E0171-A27D-0045-A04F-5E83E1D241B8}" srcOrd="14" destOrd="0" presId="urn:microsoft.com/office/officeart/2024/layout/BulletTimelineInverted"/>
    <dgm:cxn modelId="{946AEBD4-9629-554D-B62F-93D0472D0613}" type="presParOf" srcId="{407E0171-A27D-0045-A04F-5E83E1D241B8}" destId="{BE138CD0-FF63-DA4C-BC62-39665055E882}" srcOrd="0" destOrd="0" presId="urn:microsoft.com/office/officeart/2024/layout/BulletTimelineInverted"/>
    <dgm:cxn modelId="{3102FE42-9FD1-BA4E-9BDC-935A10BFF011}" type="presParOf" srcId="{BE138CD0-FF63-DA4C-BC62-39665055E882}" destId="{DB2DCD83-3391-EB41-8B64-7384ECF4FA04}" srcOrd="0" destOrd="0" presId="urn:microsoft.com/office/officeart/2024/layout/BulletTimelineInverted"/>
    <dgm:cxn modelId="{DA373069-4B23-B942-A67B-F9C8ED66D022}" type="presParOf" srcId="{BE138CD0-FF63-DA4C-BC62-39665055E882}" destId="{D56539E2-42CA-034C-BAF4-3F5D430493F4}" srcOrd="1" destOrd="0" presId="urn:microsoft.com/office/officeart/2024/layout/BulletTimelineInverted"/>
    <dgm:cxn modelId="{0EBB3AA3-5D78-F14D-AD06-E2E3A8371ACB}" type="presParOf" srcId="{407E0171-A27D-0045-A04F-5E83E1D241B8}" destId="{DC7933A6-EB0B-DB4F-83D2-92899F480B91}" srcOrd="1" destOrd="0" presId="urn:microsoft.com/office/officeart/2024/layout/BulletTimelineInverted"/>
    <dgm:cxn modelId="{823AAB55-F442-D14D-8323-3E813930546F}" type="presParOf" srcId="{407E0171-A27D-0045-A04F-5E83E1D241B8}" destId="{01D33F94-D064-7347-9E14-C532170725BA}" srcOrd="2" destOrd="0" presId="urn:microsoft.com/office/officeart/2024/layout/BulletTimelineInverted"/>
    <dgm:cxn modelId="{54B19C54-359B-5B44-8EC4-EBBDD06DF86F}" type="presParOf" srcId="{407E0171-A27D-0045-A04F-5E83E1D241B8}" destId="{B14F87E0-FCB3-7447-A25A-45C138838B72}" srcOrd="3" destOrd="0" presId="urn:microsoft.com/office/officeart/2024/layout/BulletTimelineInverted"/>
    <dgm:cxn modelId="{9CAE9913-CA27-4E46-B99F-F397570A2225}" type="presParOf" srcId="{407E0171-A27D-0045-A04F-5E83E1D241B8}" destId="{ED04BDAD-542F-4A4A-814B-7E7D43344867}" srcOrd="4" destOrd="0" presId="urn:microsoft.com/office/officeart/2024/layout/BulletTimelineInverted"/>
    <dgm:cxn modelId="{DA759C1B-7D67-0D4C-B1C3-AFAB2C8D2174}" type="presParOf" srcId="{ED04BDAD-542F-4A4A-814B-7E7D43344867}" destId="{91BCFE0D-CB31-E547-94C2-BBB93064F3BC}" srcOrd="0" destOrd="0" presId="urn:microsoft.com/office/officeart/2024/layout/BulletTimelineInverted"/>
    <dgm:cxn modelId="{AD62AB26-CAE8-4D44-808A-4946298D7C22}" type="presParOf" srcId="{407E0171-A27D-0045-A04F-5E83E1D241B8}" destId="{0FA975B4-0A27-F949-ACE6-4B485EC80EEA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C7EE3-A669-0A4B-9C16-2F3FD04E7696}">
      <dsp:nvSpPr>
        <dsp:cNvPr id="0" name=""/>
        <dsp:cNvSpPr/>
      </dsp:nvSpPr>
      <dsp:spPr>
        <a:xfrm>
          <a:off x="0" y="2011680"/>
          <a:ext cx="8652052" cy="4064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A7BF6-4E80-E049-94B4-F6EF1AEC16C1}">
      <dsp:nvSpPr>
        <dsp:cNvPr id="0" name=""/>
        <dsp:cNvSpPr/>
      </dsp:nvSpPr>
      <dsp:spPr>
        <a:xfrm>
          <a:off x="8442960" y="1869440"/>
          <a:ext cx="243840" cy="32512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3572C-2352-A34F-9498-65B0C2A35C5D}">
      <dsp:nvSpPr>
        <dsp:cNvPr id="0" name=""/>
        <dsp:cNvSpPr/>
      </dsp:nvSpPr>
      <dsp:spPr>
        <a:xfrm>
          <a:off x="474160" y="1020037"/>
          <a:ext cx="1456828" cy="89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Tallahassee, FL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First job: clerk/runner for a law firm</a:t>
          </a:r>
        </a:p>
      </dsp:txBody>
      <dsp:txXfrm>
        <a:off x="474160" y="1020037"/>
        <a:ext cx="1456828" cy="895930"/>
      </dsp:txXfrm>
    </dsp:sp>
    <dsp:sp modelId="{980D731B-4DBB-E845-A034-66C089756FFB}">
      <dsp:nvSpPr>
        <dsp:cNvPr id="0" name=""/>
        <dsp:cNvSpPr/>
      </dsp:nvSpPr>
      <dsp:spPr>
        <a:xfrm>
          <a:off x="474160" y="556625"/>
          <a:ext cx="1456828" cy="463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High School</a:t>
          </a:r>
        </a:p>
      </dsp:txBody>
      <dsp:txXfrm>
        <a:off x="474160" y="556625"/>
        <a:ext cx="1456828" cy="463412"/>
      </dsp:txXfrm>
    </dsp:sp>
    <dsp:sp modelId="{A134D93D-FC88-1D48-9D14-B115ED1B3DAC}">
      <dsp:nvSpPr>
        <dsp:cNvPr id="0" name=""/>
        <dsp:cNvSpPr/>
      </dsp:nvSpPr>
      <dsp:spPr>
        <a:xfrm>
          <a:off x="222825" y="525731"/>
          <a:ext cx="29568" cy="15138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0C765-2E67-4C4F-A021-E19844EC7407}">
      <dsp:nvSpPr>
        <dsp:cNvPr id="0" name=""/>
        <dsp:cNvSpPr/>
      </dsp:nvSpPr>
      <dsp:spPr>
        <a:xfrm>
          <a:off x="1439124" y="2801607"/>
          <a:ext cx="1456828" cy="74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A.B. Statistics</a:t>
          </a:r>
        </a:p>
      </dsp:txBody>
      <dsp:txXfrm>
        <a:off x="1439124" y="2801607"/>
        <a:ext cx="1456828" cy="744670"/>
      </dsp:txXfrm>
    </dsp:sp>
    <dsp:sp modelId="{C8C7D3BC-F7CC-174C-B249-CCBAB6D4FECF}">
      <dsp:nvSpPr>
        <dsp:cNvPr id="0" name=""/>
        <dsp:cNvSpPr/>
      </dsp:nvSpPr>
      <dsp:spPr>
        <a:xfrm>
          <a:off x="1439124" y="2310441"/>
          <a:ext cx="1456828" cy="491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College</a:t>
          </a:r>
        </a:p>
      </dsp:txBody>
      <dsp:txXfrm>
        <a:off x="1439124" y="2310441"/>
        <a:ext cx="1456828" cy="491165"/>
      </dsp:txXfrm>
    </dsp:sp>
    <dsp:sp modelId="{47FD8DE7-8322-AB44-9A70-9A67EB041510}">
      <dsp:nvSpPr>
        <dsp:cNvPr id="0" name=""/>
        <dsp:cNvSpPr/>
      </dsp:nvSpPr>
      <dsp:spPr>
        <a:xfrm>
          <a:off x="1187790" y="2025248"/>
          <a:ext cx="29568" cy="15527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AA740-E702-2F44-9400-0EA418BB1A5E}">
      <dsp:nvSpPr>
        <dsp:cNvPr id="0" name=""/>
        <dsp:cNvSpPr/>
      </dsp:nvSpPr>
      <dsp:spPr>
        <a:xfrm>
          <a:off x="160731" y="448852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210B6-55B9-3F40-A1D6-97040BB5CF58}">
      <dsp:nvSpPr>
        <dsp:cNvPr id="0" name=""/>
        <dsp:cNvSpPr/>
      </dsp:nvSpPr>
      <dsp:spPr>
        <a:xfrm>
          <a:off x="1125695" y="3501087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F7EEF-4E4F-124A-B5BF-C0BE8CBFEE53}">
      <dsp:nvSpPr>
        <dsp:cNvPr id="0" name=""/>
        <dsp:cNvSpPr/>
      </dsp:nvSpPr>
      <dsp:spPr>
        <a:xfrm>
          <a:off x="2404088" y="1020037"/>
          <a:ext cx="1456828" cy="89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DHS-funded summer scholarship positions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Oak Ridge N.L.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Lawrence Livermore N.L.</a:t>
          </a:r>
        </a:p>
      </dsp:txBody>
      <dsp:txXfrm>
        <a:off x="2404088" y="1020037"/>
        <a:ext cx="1456828" cy="895930"/>
      </dsp:txXfrm>
    </dsp:sp>
    <dsp:sp modelId="{48326993-0F57-6A49-ADED-CC49E7E547B2}">
      <dsp:nvSpPr>
        <dsp:cNvPr id="0" name=""/>
        <dsp:cNvSpPr/>
      </dsp:nvSpPr>
      <dsp:spPr>
        <a:xfrm>
          <a:off x="2404088" y="556625"/>
          <a:ext cx="1456828" cy="463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National security</a:t>
          </a:r>
        </a:p>
      </dsp:txBody>
      <dsp:txXfrm>
        <a:off x="2404088" y="556625"/>
        <a:ext cx="1456828" cy="463412"/>
      </dsp:txXfrm>
    </dsp:sp>
    <dsp:sp modelId="{40296FC0-CDC6-624C-A66A-3940E2ABFD9E}">
      <dsp:nvSpPr>
        <dsp:cNvPr id="0" name=""/>
        <dsp:cNvSpPr/>
      </dsp:nvSpPr>
      <dsp:spPr>
        <a:xfrm>
          <a:off x="2152754" y="525731"/>
          <a:ext cx="29568" cy="15138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8DEC6-3020-0E42-AF1E-45422DF94ED6}">
      <dsp:nvSpPr>
        <dsp:cNvPr id="0" name=""/>
        <dsp:cNvSpPr/>
      </dsp:nvSpPr>
      <dsp:spPr>
        <a:xfrm>
          <a:off x="3369053" y="2801607"/>
          <a:ext cx="1456828" cy="74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S.M. Statistics</a:t>
          </a:r>
        </a:p>
      </dsp:txBody>
      <dsp:txXfrm>
        <a:off x="3369053" y="2801607"/>
        <a:ext cx="1456828" cy="744670"/>
      </dsp:txXfrm>
    </dsp:sp>
    <dsp:sp modelId="{6F2F3D8D-3FCE-DB4D-92A7-0E68F2C33626}">
      <dsp:nvSpPr>
        <dsp:cNvPr id="0" name=""/>
        <dsp:cNvSpPr/>
      </dsp:nvSpPr>
      <dsp:spPr>
        <a:xfrm>
          <a:off x="3369053" y="2310441"/>
          <a:ext cx="1456828" cy="491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First masters</a:t>
          </a:r>
        </a:p>
      </dsp:txBody>
      <dsp:txXfrm>
        <a:off x="3369053" y="2310441"/>
        <a:ext cx="1456828" cy="491165"/>
      </dsp:txXfrm>
    </dsp:sp>
    <dsp:sp modelId="{B16869D2-2520-0848-B345-CE018F7E7122}">
      <dsp:nvSpPr>
        <dsp:cNvPr id="0" name=""/>
        <dsp:cNvSpPr/>
      </dsp:nvSpPr>
      <dsp:spPr>
        <a:xfrm>
          <a:off x="3117719" y="2025248"/>
          <a:ext cx="29568" cy="15527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F4E9A-0B2B-3445-8A64-818A7751880D}">
      <dsp:nvSpPr>
        <dsp:cNvPr id="0" name=""/>
        <dsp:cNvSpPr/>
      </dsp:nvSpPr>
      <dsp:spPr>
        <a:xfrm>
          <a:off x="2090660" y="448852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5CB37-3BA1-334C-ADD5-E2737F04F469}">
      <dsp:nvSpPr>
        <dsp:cNvPr id="0" name=""/>
        <dsp:cNvSpPr/>
      </dsp:nvSpPr>
      <dsp:spPr>
        <a:xfrm>
          <a:off x="3055624" y="3501087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44068-8D8D-BE48-9A41-736B1F77806C}">
      <dsp:nvSpPr>
        <dsp:cNvPr id="0" name=""/>
        <dsp:cNvSpPr/>
      </dsp:nvSpPr>
      <dsp:spPr>
        <a:xfrm>
          <a:off x="4334017" y="1020037"/>
          <a:ext cx="1456828" cy="89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10 years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Economics with a statistical focus</a:t>
          </a:r>
        </a:p>
      </dsp:txBody>
      <dsp:txXfrm>
        <a:off x="4334017" y="1020037"/>
        <a:ext cx="1456828" cy="895930"/>
      </dsp:txXfrm>
    </dsp:sp>
    <dsp:sp modelId="{A5AEB9DB-6166-FA41-88E5-2AAC9CADA52C}">
      <dsp:nvSpPr>
        <dsp:cNvPr id="0" name=""/>
        <dsp:cNvSpPr/>
      </dsp:nvSpPr>
      <dsp:spPr>
        <a:xfrm>
          <a:off x="4334017" y="556625"/>
          <a:ext cx="1456828" cy="463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Litigation consulting </a:t>
          </a:r>
          <a:b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</a:b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(expert witness)</a:t>
          </a:r>
        </a:p>
      </dsp:txBody>
      <dsp:txXfrm>
        <a:off x="4334017" y="556625"/>
        <a:ext cx="1456828" cy="463412"/>
      </dsp:txXfrm>
    </dsp:sp>
    <dsp:sp modelId="{0F385173-C6B2-B74C-9290-145C2F5E7409}">
      <dsp:nvSpPr>
        <dsp:cNvPr id="0" name=""/>
        <dsp:cNvSpPr/>
      </dsp:nvSpPr>
      <dsp:spPr>
        <a:xfrm>
          <a:off x="4082683" y="525731"/>
          <a:ext cx="29568" cy="15138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9EC4AB-6A33-7342-BCB7-D05CF42E69DE}">
      <dsp:nvSpPr>
        <dsp:cNvPr id="0" name=""/>
        <dsp:cNvSpPr/>
      </dsp:nvSpPr>
      <dsp:spPr>
        <a:xfrm>
          <a:off x="5298982" y="2801607"/>
          <a:ext cx="1456828" cy="74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M.Sc. Analytics -&gt; 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MS Applied Data Science</a:t>
          </a:r>
        </a:p>
      </dsp:txBody>
      <dsp:txXfrm>
        <a:off x="5298982" y="2801607"/>
        <a:ext cx="1456828" cy="744670"/>
      </dsp:txXfrm>
    </dsp:sp>
    <dsp:sp modelId="{F6177916-81F2-7B41-8BA8-D6A55804176F}">
      <dsp:nvSpPr>
        <dsp:cNvPr id="0" name=""/>
        <dsp:cNvSpPr/>
      </dsp:nvSpPr>
      <dsp:spPr>
        <a:xfrm>
          <a:off x="5298982" y="2310441"/>
          <a:ext cx="1456828" cy="491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Second masters</a:t>
          </a:r>
        </a:p>
      </dsp:txBody>
      <dsp:txXfrm>
        <a:off x="5298982" y="2310441"/>
        <a:ext cx="1456828" cy="491165"/>
      </dsp:txXfrm>
    </dsp:sp>
    <dsp:sp modelId="{BC867A83-522E-D74E-9296-742EFCBCCBDA}">
      <dsp:nvSpPr>
        <dsp:cNvPr id="0" name=""/>
        <dsp:cNvSpPr/>
      </dsp:nvSpPr>
      <dsp:spPr>
        <a:xfrm>
          <a:off x="5047647" y="2025248"/>
          <a:ext cx="29568" cy="15527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00FAA-4817-FF48-AD5E-7CEDCD509BC9}">
      <dsp:nvSpPr>
        <dsp:cNvPr id="0" name=""/>
        <dsp:cNvSpPr/>
      </dsp:nvSpPr>
      <dsp:spPr>
        <a:xfrm>
          <a:off x="4020589" y="448852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9C478-41F3-9C48-81C0-293C954319B1}">
      <dsp:nvSpPr>
        <dsp:cNvPr id="0" name=""/>
        <dsp:cNvSpPr/>
      </dsp:nvSpPr>
      <dsp:spPr>
        <a:xfrm>
          <a:off x="4985553" y="3501087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8762E-855D-BB43-A7F1-5FACE0F8F65A}">
      <dsp:nvSpPr>
        <dsp:cNvPr id="0" name=""/>
        <dsp:cNvSpPr/>
      </dsp:nvSpPr>
      <dsp:spPr>
        <a:xfrm>
          <a:off x="6263946" y="1020037"/>
          <a:ext cx="1456828" cy="89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4 years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Manager/team lead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Local governmental clients</a:t>
          </a:r>
        </a:p>
      </dsp:txBody>
      <dsp:txXfrm>
        <a:off x="6263946" y="1020037"/>
        <a:ext cx="1456828" cy="895930"/>
      </dsp:txXfrm>
    </dsp:sp>
    <dsp:sp modelId="{A17A8651-F522-8441-B45C-C57AE1AE5F18}">
      <dsp:nvSpPr>
        <dsp:cNvPr id="0" name=""/>
        <dsp:cNvSpPr/>
      </dsp:nvSpPr>
      <dsp:spPr>
        <a:xfrm>
          <a:off x="6263946" y="556625"/>
          <a:ext cx="1456828" cy="463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Data science consulting</a:t>
          </a:r>
        </a:p>
      </dsp:txBody>
      <dsp:txXfrm>
        <a:off x="6263946" y="556625"/>
        <a:ext cx="1456828" cy="463412"/>
      </dsp:txXfrm>
    </dsp:sp>
    <dsp:sp modelId="{24B5F659-6916-E847-968D-B9A226DAEE60}">
      <dsp:nvSpPr>
        <dsp:cNvPr id="0" name=""/>
        <dsp:cNvSpPr/>
      </dsp:nvSpPr>
      <dsp:spPr>
        <a:xfrm>
          <a:off x="6012612" y="525731"/>
          <a:ext cx="29568" cy="15138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933A6-EB0B-DB4F-83D2-92899F480B91}">
      <dsp:nvSpPr>
        <dsp:cNvPr id="0" name=""/>
        <dsp:cNvSpPr/>
      </dsp:nvSpPr>
      <dsp:spPr>
        <a:xfrm>
          <a:off x="7228910" y="2801607"/>
          <a:ext cx="1456828" cy="74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University of Chicago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Part-time 4 years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Full-time 4 years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Teach statistics, data science, and consulting</a:t>
          </a:r>
        </a:p>
      </dsp:txBody>
      <dsp:txXfrm>
        <a:off x="7228910" y="2801607"/>
        <a:ext cx="1456828" cy="744670"/>
      </dsp:txXfrm>
    </dsp:sp>
    <dsp:sp modelId="{01D33F94-D064-7347-9E14-C532170725BA}">
      <dsp:nvSpPr>
        <dsp:cNvPr id="0" name=""/>
        <dsp:cNvSpPr/>
      </dsp:nvSpPr>
      <dsp:spPr>
        <a:xfrm>
          <a:off x="7228910" y="2310441"/>
          <a:ext cx="1456828" cy="491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Teaching</a:t>
          </a:r>
        </a:p>
      </dsp:txBody>
      <dsp:txXfrm>
        <a:off x="7228910" y="2310441"/>
        <a:ext cx="1456828" cy="491165"/>
      </dsp:txXfrm>
    </dsp:sp>
    <dsp:sp modelId="{B14F87E0-FCB3-7447-A25A-45C138838B72}">
      <dsp:nvSpPr>
        <dsp:cNvPr id="0" name=""/>
        <dsp:cNvSpPr/>
      </dsp:nvSpPr>
      <dsp:spPr>
        <a:xfrm>
          <a:off x="6977576" y="2025248"/>
          <a:ext cx="29568" cy="155271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754CF-E5C7-AA40-9B98-7B4CA6A37673}">
      <dsp:nvSpPr>
        <dsp:cNvPr id="0" name=""/>
        <dsp:cNvSpPr/>
      </dsp:nvSpPr>
      <dsp:spPr>
        <a:xfrm>
          <a:off x="5950517" y="448852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CFE0D-CB31-E547-94C2-BBB93064F3BC}">
      <dsp:nvSpPr>
        <dsp:cNvPr id="0" name=""/>
        <dsp:cNvSpPr/>
      </dsp:nvSpPr>
      <dsp:spPr>
        <a:xfrm>
          <a:off x="6915482" y="3501087"/>
          <a:ext cx="153757" cy="1537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84CF2-2C21-7047-B1EE-2671E20FC315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7EA43-D36D-A54C-BC1D-DE8E68EA3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9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9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95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2FC4-DAF9-F750-5AD7-659E60E3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834A0-8504-9143-F9B0-D59A7874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3216A-D81F-B7FF-C0DF-7F4092E98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D9541-DEB2-EBBC-06AD-B1158B999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2426-74E5-5B3C-AD92-6AC0FF6D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76885-9E2A-B470-BF0D-7D161C671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43CF3-1DA8-A5DE-7FF4-E3CFA8852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37EEC-9B29-0C27-3BD8-C1EEDCF11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61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4CC0-D8C6-6964-4CBD-F7CD9C3D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AD152-69BB-EE65-FE91-69BBB23F9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3A8E2-656C-8A84-CC63-CC6B87827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DA69A-1141-0D5D-1A5F-6D3F02E4D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5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E44A-F7EB-AF55-47FA-4C49B7E5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D5D31-E943-AE5B-F6C9-25E8F5A35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F1C0B-41D1-9C0E-C98E-A73BFD8F7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AA19B-CB7F-F154-E566-F9F74BD22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7EA43-D36D-A54C-BC1D-DE8E68EA38C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7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61AC277-2806-9D42-AAD9-7AFC53B52C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137160"/>
            <a:ext cx="4572000" cy="501091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DD10EB05-4642-6C4F-9FFD-4D00EAADB6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3200"/>
            <a:ext cx="3657600" cy="7578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600" b="1" i="0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University of Chicago Professional Education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9974DAA5-FE36-9D4F-8E1C-4BF3510DA9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840480"/>
            <a:ext cx="3657600" cy="4949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600" b="0" i="0">
                <a:solidFill>
                  <a:srgbClr val="585858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242696DB-38BE-1A42-A498-8170AEFD7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0"/>
            <a:ext cx="3657600" cy="3425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200" b="0" i="0">
                <a:solidFill>
                  <a:srgbClr val="585858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E62935-83A9-E84C-8E85-EF05ABFD518C}"/>
              </a:ext>
            </a:extLst>
          </p:cNvPr>
          <p:cNvSpPr/>
          <p:nvPr userDrawn="1"/>
        </p:nvSpPr>
        <p:spPr>
          <a:xfrm>
            <a:off x="0" y="0"/>
            <a:ext cx="9144000" cy="137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7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182880" y="182880"/>
            <a:ext cx="8778240" cy="4782312"/>
          </a:xfrm>
          <a:custGeom>
            <a:avLst/>
            <a:gdLst/>
            <a:ahLst/>
            <a:cxnLst/>
            <a:rect l="l" t="t" r="r" b="b"/>
            <a:pathLst>
              <a:path w="8769985" h="4758690">
                <a:moveTo>
                  <a:pt x="8769599" y="0"/>
                </a:moveTo>
                <a:lnTo>
                  <a:pt x="0" y="0"/>
                </a:lnTo>
                <a:lnTo>
                  <a:pt x="0" y="4758600"/>
                </a:lnTo>
                <a:lnTo>
                  <a:pt x="8769599" y="4758600"/>
                </a:lnTo>
                <a:lnTo>
                  <a:pt x="876959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 userDrawn="1"/>
        </p:nvSpPr>
        <p:spPr>
          <a:xfrm>
            <a:off x="2028443" y="456438"/>
            <a:ext cx="5087112" cy="4230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82EFA1C-B09E-C246-80AB-A4BD1304CB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2015" y="2371695"/>
            <a:ext cx="3859967" cy="40011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defRPr sz="2600" b="1" i="0">
                <a:solidFill>
                  <a:schemeClr val="bg2"/>
                </a:solidFill>
                <a:latin typeface="Garamond" panose="02020404030301010803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7F61DF9E-D3B0-4B5D-BB72-17F7D4EDF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1363" y="4685983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13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p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12E591-D294-5346-9210-7702C177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02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0F0F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CD0F5-038F-8B2F-CF46-ADA72D9BA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914401"/>
            <a:ext cx="8229600" cy="396239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1pPr>
            <a:lvl2pPr marL="742950" indent="-285750"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2pPr>
            <a:lvl3pPr marL="1200150" indent="-285750">
              <a:buClr>
                <a:schemeClr val="accent1"/>
              </a:buClr>
              <a:buSzPct val="80000"/>
              <a:buFont typeface="Wingdings" pitchFamily="2" charset="2"/>
              <a:buChar char="§"/>
              <a:defRPr sz="16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57350" indent="-285750">
              <a:buClr>
                <a:schemeClr val="accent1"/>
              </a:buClr>
              <a:buSzPct val="60000"/>
              <a:buFont typeface="Wingdings" pitchFamily="2" charset="2"/>
              <a:buChar char="q"/>
              <a:defRPr sz="1400" b="0" i="0">
                <a:latin typeface="Futura Medium" panose="020B0602020204020303" pitchFamily="34" charset="-79"/>
                <a:cs typeface="Futura Medium" panose="020B0602020204020303" pitchFamily="34" charset="-79"/>
              </a:defRPr>
            </a:lvl4pPr>
            <a:lvl5pPr>
              <a:defRPr sz="1200" b="1" i="0">
                <a:latin typeface="Futura" panose="020B0602020204020303" pitchFamily="34" charset="-79"/>
                <a:cs typeface="Futura" panose="020B0602020204020303" pitchFamily="34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7B74E3D9-9C40-A3E3-64FD-19256DB1C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118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p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12E591-D294-5346-9210-7702C177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02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0F0F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71E80-9A20-7F32-0EBB-2F98CAD694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63440" y="914400"/>
            <a:ext cx="4023360" cy="39593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89F3DB-82AD-91C1-5321-D61A1B00DD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914401"/>
            <a:ext cx="4023360" cy="396239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1pPr>
            <a:lvl2pPr marL="742950" indent="-285750"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2pPr>
            <a:lvl3pPr marL="1200150" indent="-285750">
              <a:buClr>
                <a:schemeClr val="accent1"/>
              </a:buClr>
              <a:buSzPct val="80000"/>
              <a:buFont typeface="Wingdings" pitchFamily="2" charset="2"/>
              <a:buChar char="§"/>
              <a:defRPr sz="16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57350" indent="-285750">
              <a:buClr>
                <a:schemeClr val="accent1"/>
              </a:buClr>
              <a:buSzPct val="60000"/>
              <a:buFont typeface="Wingdings" pitchFamily="2" charset="2"/>
              <a:buChar char="q"/>
              <a:defRPr sz="1400" b="0" i="0">
                <a:latin typeface="Futura Medium" panose="020B0602020204020303" pitchFamily="34" charset="-79"/>
                <a:cs typeface="Futura Medium" panose="020B0602020204020303" pitchFamily="34" charset="-79"/>
              </a:defRPr>
            </a:lvl4pPr>
            <a:lvl5pPr>
              <a:defRPr sz="1200" b="1" i="0">
                <a:latin typeface="Futura" panose="020B0602020204020303" pitchFamily="34" charset="-79"/>
                <a:cs typeface="Futura" panose="020B0602020204020303" pitchFamily="34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D2E87AF2-253F-C524-78B9-7E75E6A9D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941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p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12E591-D294-5346-9210-7702C177BE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74636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0F0F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of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78D943C-C1EF-A7D4-0E43-3DFD3A8AEA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325880"/>
            <a:ext cx="8229600" cy="354298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1pPr>
            <a:lvl2pPr marL="742950" indent="-285750"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2pPr>
            <a:lvl3pPr marL="1200150" indent="-285750">
              <a:buClr>
                <a:schemeClr val="accent1"/>
              </a:buClr>
              <a:buSzPct val="80000"/>
              <a:buFont typeface="Wingdings" pitchFamily="2" charset="2"/>
              <a:buChar char="§"/>
              <a:defRPr sz="16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57350" indent="-285750">
              <a:buClr>
                <a:schemeClr val="accent1"/>
              </a:buClr>
              <a:buSzPct val="60000"/>
              <a:buFont typeface="Wingdings" pitchFamily="2" charset="2"/>
              <a:buChar char="q"/>
              <a:defRPr sz="1400" b="0" i="0">
                <a:latin typeface="Futura Medium" panose="020B0602020204020303" pitchFamily="34" charset="-79"/>
                <a:cs typeface="Futura Medium" panose="020B0602020204020303" pitchFamily="34" charset="-79"/>
              </a:defRPr>
            </a:lvl4pPr>
            <a:lvl5pPr>
              <a:defRPr sz="1200" b="1" i="0">
                <a:latin typeface="Futura" panose="020B0602020204020303" pitchFamily="34" charset="-79"/>
                <a:cs typeface="Futura" panose="020B0602020204020303" pitchFamily="34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4F17138F-1371-36C6-0E30-E6075A2E5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69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p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12E591-D294-5346-9210-7702C177BE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74636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0F0F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of text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71E80-9A20-7F32-0EBB-2F98CAD694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63440" y="1325880"/>
            <a:ext cx="4023360" cy="354787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541FD-8254-19D7-5F08-969854F1B2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4023360" cy="3550919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14000"/>
              </a:lnSpc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0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1pPr>
            <a:lvl2pPr marL="742950" indent="-285750">
              <a:lnSpc>
                <a:spcPct val="114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defRPr>
            </a:lvl2pPr>
            <a:lvl3pPr marL="1200150" indent="-285750">
              <a:lnSpc>
                <a:spcPct val="114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Wingdings" pitchFamily="2" charset="2"/>
              <a:buChar char="§"/>
              <a:defRPr sz="16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57350" indent="-285750">
              <a:lnSpc>
                <a:spcPct val="114000"/>
              </a:lnSpc>
              <a:spcAft>
                <a:spcPts val="600"/>
              </a:spcAft>
              <a:buClr>
                <a:schemeClr val="accent1"/>
              </a:buClr>
              <a:buSzPct val="60000"/>
              <a:buFont typeface="Wingdings" pitchFamily="2" charset="2"/>
              <a:buChar char="q"/>
              <a:defRPr sz="1400" b="0" i="0">
                <a:latin typeface="Futura Medium" panose="020B0602020204020303" pitchFamily="34" charset="-79"/>
                <a:cs typeface="Futura Medium" panose="020B0602020204020303" pitchFamily="34" charset="-79"/>
              </a:defRPr>
            </a:lvl4pPr>
            <a:lvl5pPr>
              <a:defRPr sz="1200" b="1" i="0">
                <a:latin typeface="Futura" panose="020B0602020204020303" pitchFamily="34" charset="-79"/>
                <a:cs typeface="Futura" panose="020B0602020204020303" pitchFamily="34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93FF755C-DA6F-B986-7166-3070D4BB7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33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Call Out_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528FB-4F54-6143-A390-9057B765B1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1428750"/>
            <a:ext cx="6096000" cy="838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0">
              <a:defRPr b="1" i="1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EDB2A7E8-6572-0944-82DB-91519FCB4A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4000" y="2571750"/>
            <a:ext cx="6096000" cy="153888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C202356F-285D-0B4E-A3BD-54447DC3066B}"/>
              </a:ext>
            </a:extLst>
          </p:cNvPr>
          <p:cNvSpPr/>
          <p:nvPr userDrawn="1"/>
        </p:nvSpPr>
        <p:spPr>
          <a:xfrm rot="5400000">
            <a:off x="806914" y="1824991"/>
            <a:ext cx="838199" cy="45719"/>
          </a:xfrm>
          <a:custGeom>
            <a:avLst/>
            <a:gdLst/>
            <a:ahLst/>
            <a:cxnLst/>
            <a:rect l="l" t="t" r="r" b="b"/>
            <a:pathLst>
              <a:path w="282575" h="41909">
                <a:moveTo>
                  <a:pt x="282299" y="0"/>
                </a:moveTo>
                <a:lnTo>
                  <a:pt x="0" y="0"/>
                </a:lnTo>
                <a:lnTo>
                  <a:pt x="0" y="41700"/>
                </a:lnTo>
                <a:lnTo>
                  <a:pt x="282299" y="41700"/>
                </a:lnTo>
                <a:lnTo>
                  <a:pt x="28229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rgbClr val="A4343A"/>
              </a:solidFill>
            </a:endParaRP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C4A08FD-4157-D929-7A7B-7E69F5378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7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Call Out_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528FB-4F54-6143-A390-9057B765B1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1428750"/>
            <a:ext cx="6096000" cy="1371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0">
              <a:defRPr b="1" i="1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EDB2A7E8-6572-0944-82DB-91519FCB4A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4000" y="3105150"/>
            <a:ext cx="6096000" cy="153888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C202356F-285D-0B4E-A3BD-54447DC3066B}"/>
              </a:ext>
            </a:extLst>
          </p:cNvPr>
          <p:cNvSpPr/>
          <p:nvPr userDrawn="1"/>
        </p:nvSpPr>
        <p:spPr>
          <a:xfrm rot="5400000">
            <a:off x="540215" y="2091691"/>
            <a:ext cx="1371599" cy="45719"/>
          </a:xfrm>
          <a:custGeom>
            <a:avLst/>
            <a:gdLst/>
            <a:ahLst/>
            <a:cxnLst/>
            <a:rect l="l" t="t" r="r" b="b"/>
            <a:pathLst>
              <a:path w="282575" h="41909">
                <a:moveTo>
                  <a:pt x="282299" y="0"/>
                </a:moveTo>
                <a:lnTo>
                  <a:pt x="0" y="0"/>
                </a:lnTo>
                <a:lnTo>
                  <a:pt x="0" y="41700"/>
                </a:lnTo>
                <a:lnTo>
                  <a:pt x="282299" y="41700"/>
                </a:lnTo>
                <a:lnTo>
                  <a:pt x="28229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rgbClr val="A4343A"/>
              </a:solidFill>
            </a:endParaRP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1F77C72-54F3-28E2-46D0-02C721FC5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6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/Call Out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3F6A47-3915-9848-8276-3C504A0A0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1428750"/>
            <a:ext cx="6096000" cy="1676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indent="0">
              <a:defRPr b="1" i="1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14DAE9B0-432F-8943-AA31-63022D5834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4000" y="3409950"/>
            <a:ext cx="6096000" cy="153888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BAC15FB-9683-0547-992F-1CFC13F1224D}"/>
              </a:ext>
            </a:extLst>
          </p:cNvPr>
          <p:cNvSpPr/>
          <p:nvPr userDrawn="1"/>
        </p:nvSpPr>
        <p:spPr>
          <a:xfrm rot="5400000">
            <a:off x="387814" y="2244091"/>
            <a:ext cx="1676399" cy="45719"/>
          </a:xfrm>
          <a:custGeom>
            <a:avLst/>
            <a:gdLst/>
            <a:ahLst/>
            <a:cxnLst/>
            <a:rect l="l" t="t" r="r" b="b"/>
            <a:pathLst>
              <a:path w="282575" h="41909">
                <a:moveTo>
                  <a:pt x="282299" y="0"/>
                </a:moveTo>
                <a:lnTo>
                  <a:pt x="0" y="0"/>
                </a:lnTo>
                <a:lnTo>
                  <a:pt x="0" y="41700"/>
                </a:lnTo>
                <a:lnTo>
                  <a:pt x="282299" y="41700"/>
                </a:lnTo>
                <a:lnTo>
                  <a:pt x="28229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rgbClr val="A4343A"/>
              </a:solidFill>
            </a:endParaRP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0C83C8CD-34F1-74CA-853D-136980336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4420" y="4838698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3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B4EEED-4CE9-6CF6-9E1D-EC23368C5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2999" y="4841187"/>
            <a:ext cx="40975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33763572-A2C6-6342-8CF3-701F961F78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6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22" r:id="rId2"/>
    <p:sldLayoutId id="2147483691" r:id="rId3"/>
    <p:sldLayoutId id="2147483693" r:id="rId4"/>
    <p:sldLayoutId id="2147483694" r:id="rId5"/>
    <p:sldLayoutId id="2147483716" r:id="rId6"/>
    <p:sldLayoutId id="2147483709" r:id="rId7"/>
    <p:sldLayoutId id="2147483710" r:id="rId8"/>
    <p:sldLayoutId id="2147483711" r:id="rId9"/>
  </p:sldLayoutIdLst>
  <p:hf sldNum="0"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 descr="A view of a city&#10;&#10;Description automatically generated">
            <a:extLst>
              <a:ext uri="{FF2B5EF4-FFF2-40B4-BE49-F238E27FC236}">
                <a16:creationId xmlns:a16="http://schemas.microsoft.com/office/drawing/2014/main" id="{F89350B6-9CA9-CF75-BAF6-11D0A83109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4" r="16234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248E1-36FB-C74E-9AE4-2CFDC79F24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2766060"/>
            <a:ext cx="4038600" cy="7578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interesting parts of being a data scientist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526A3-BB8F-674E-8A96-5F5999624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Helvetica Neue Light" panose="02000403000000020004" pitchFamily="2" charset="0"/>
                <a:ea typeface="Helvetica Neue Light" panose="02000403000000020004" pitchFamily="2" charset="0"/>
                <a:cs typeface="Futura Medium" panose="020B0602020204020303" pitchFamily="34" charset="-79"/>
              </a:rPr>
              <a:t>By Jonathan Williams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6CDA4-1EFA-2F44-94E8-C3440574DE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July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14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FF6A77-65E1-E74C-94A3-A9505D6D6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b="0" i="0" dirty="0"/>
              <a:t>When I was your age, I wanted to study </a:t>
            </a:r>
            <a:r>
              <a:rPr lang="en-US" b="0" dirty="0"/>
              <a:t>statistics</a:t>
            </a:r>
            <a:r>
              <a:rPr lang="en-US" b="0" i="0" dirty="0"/>
              <a:t>.</a:t>
            </a:r>
          </a:p>
          <a:p>
            <a:pPr>
              <a:spcAft>
                <a:spcPts val="1200"/>
              </a:spcAft>
            </a:pPr>
            <a:r>
              <a:rPr lang="en-US" b="0" i="0" dirty="0"/>
              <a:t>And so I did.</a:t>
            </a:r>
          </a:p>
          <a:p>
            <a:pPr>
              <a:spcAft>
                <a:spcPts val="1200"/>
              </a:spcAft>
            </a:pPr>
            <a:r>
              <a:rPr lang="en-US" b="0" i="0" dirty="0"/>
              <a:t>But back then, there was no way to study </a:t>
            </a:r>
            <a:r>
              <a:rPr lang="en-US" b="0" dirty="0"/>
              <a:t>data science</a:t>
            </a:r>
            <a:r>
              <a:rPr lang="en-US" b="0" i="0" dirty="0"/>
              <a:t>.</a:t>
            </a:r>
          </a:p>
          <a:p>
            <a:pPr>
              <a:spcAft>
                <a:spcPts val="1200"/>
              </a:spcAft>
            </a:pPr>
            <a:r>
              <a:rPr lang="en-US" b="0" i="0" dirty="0"/>
              <a:t>This presentation highlights the difference – no statistics needed!</a:t>
            </a:r>
          </a:p>
        </p:txBody>
      </p:sp>
    </p:spTree>
    <p:extLst>
      <p:ext uri="{BB962C8B-B14F-4D97-AF65-F5344CB8AC3E}">
        <p14:creationId xmlns:p14="http://schemas.microsoft.com/office/powerpoint/2010/main" val="414732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D0AA9-668A-A442-9550-95811B37FC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800" y="1352550"/>
            <a:ext cx="7772400" cy="2875852"/>
          </a:xfrm>
        </p:spPr>
        <p:txBody>
          <a:bodyPr/>
          <a:lstStyle/>
          <a:p>
            <a:pPr marL="457200" indent="-457200" algn="l">
              <a:lnSpc>
                <a:spcPct val="114000"/>
              </a:lnSpc>
              <a:spcAft>
                <a:spcPts val="1200"/>
              </a:spcAft>
              <a:buAutoNum type="arabicPeriod"/>
            </a:pPr>
            <a:r>
              <a:rPr lang="en-US" dirty="0"/>
              <a:t>Introductions</a:t>
            </a:r>
          </a:p>
          <a:p>
            <a:pPr marL="457200" indent="-457200" algn="l">
              <a:lnSpc>
                <a:spcPct val="114000"/>
              </a:lnSpc>
              <a:spcAft>
                <a:spcPts val="1200"/>
              </a:spcAft>
              <a:buAutoNum type="arabicPeriod"/>
            </a:pPr>
            <a:r>
              <a:rPr lang="en-US" dirty="0"/>
              <a:t>What is data science?</a:t>
            </a:r>
          </a:p>
          <a:p>
            <a:pPr marL="457200" indent="-457200" algn="l">
              <a:lnSpc>
                <a:spcPct val="114000"/>
              </a:lnSpc>
              <a:spcAft>
                <a:spcPts val="1200"/>
              </a:spcAft>
              <a:buAutoNum type="arabicPeriod"/>
            </a:pPr>
            <a:r>
              <a:rPr lang="en-US" dirty="0"/>
              <a:t>The data science life cycle</a:t>
            </a:r>
          </a:p>
          <a:p>
            <a:pPr marL="457200" indent="-457200" algn="l">
              <a:lnSpc>
                <a:spcPct val="114000"/>
              </a:lnSpc>
              <a:spcAft>
                <a:spcPts val="1200"/>
              </a:spcAft>
              <a:buAutoNum type="arabicPeriod"/>
            </a:pPr>
            <a:r>
              <a:rPr lang="en-US" dirty="0"/>
              <a:t>Case study: Chicago restaurant inspections</a:t>
            </a:r>
          </a:p>
          <a:p>
            <a:pPr marL="457200" indent="-457200" algn="l">
              <a:lnSpc>
                <a:spcPct val="114000"/>
              </a:lnSpc>
              <a:spcAft>
                <a:spcPts val="1200"/>
              </a:spcAft>
              <a:buAutoNum type="arabicPeriod"/>
            </a:pPr>
            <a:r>
              <a:rPr lang="en-US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520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D0AA9-668A-A442-9550-95811B37FC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2015" y="2371695"/>
            <a:ext cx="3859967" cy="400110"/>
          </a:xfrm>
        </p:spPr>
        <p:txBody>
          <a:bodyPr/>
          <a:lstStyle/>
          <a:p>
            <a:r>
              <a:rPr lang="en-US" dirty="0"/>
              <a:t>1. Introductions</a:t>
            </a:r>
          </a:p>
        </p:txBody>
      </p:sp>
    </p:spTree>
    <p:extLst>
      <p:ext uri="{BB962C8B-B14F-4D97-AF65-F5344CB8AC3E}">
        <p14:creationId xmlns:p14="http://schemas.microsoft.com/office/powerpoint/2010/main" val="258380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107D5F-3320-A64E-2C3F-AB25890E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I’m Jonathan.  I’ve bummed around a few different jobs and industries, as a statistician and as a data scientist.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1404AF5-65DC-1F35-0310-CAEE085D56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739782"/>
              </p:ext>
            </p:extLst>
          </p:nvPr>
        </p:nvGraphicFramePr>
        <p:xfrm>
          <a:off x="228600" y="1074855"/>
          <a:ext cx="86868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282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7790-8F32-A37E-AEB8-57290670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F101C3-0B7C-AA81-6A1C-3B70F46C4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I’m about 24 years older than you.  In 2050, I might be retiring.  What will you be doing/what will you have done?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3EEE14F-85B0-1518-B5C8-A849DE85FB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7010400" cy="3550919"/>
          </a:xfrm>
        </p:spPr>
        <p:txBody>
          <a:bodyPr/>
          <a:lstStyle/>
          <a:p>
            <a:r>
              <a:rPr lang="en-US" sz="1800" dirty="0"/>
              <a:t>“I don’t know” is a </a:t>
            </a:r>
            <a:r>
              <a:rPr lang="en-US" sz="1800" i="1" dirty="0"/>
              <a:t>perfectly fine </a:t>
            </a:r>
            <a:r>
              <a:rPr lang="en-US" sz="1800" dirty="0"/>
              <a:t>answer.</a:t>
            </a:r>
          </a:p>
          <a:p>
            <a:r>
              <a:rPr lang="en-US" sz="1800" dirty="0"/>
              <a:t>So is, “I don’t care”!  You don’t have to have it all figured out.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4386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DE80-2EB5-E6EA-8882-3657D3D1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323E0-05AC-E102-EFFB-B2B33A8355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2015" y="2371695"/>
            <a:ext cx="3859967" cy="400110"/>
          </a:xfrm>
        </p:spPr>
        <p:txBody>
          <a:bodyPr/>
          <a:lstStyle/>
          <a:p>
            <a:r>
              <a:rPr lang="en-US" dirty="0"/>
              <a:t>2. What is data science?</a:t>
            </a:r>
          </a:p>
        </p:txBody>
      </p:sp>
    </p:spTree>
    <p:extLst>
      <p:ext uri="{BB962C8B-B14F-4D97-AF65-F5344CB8AC3E}">
        <p14:creationId xmlns:p14="http://schemas.microsoft.com/office/powerpoint/2010/main" val="419937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2843-6F3C-C25A-52BF-16704471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48ED4A-250E-6E82-DBC8-EAC5D8F4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It’s a surprisingly tricky question, even for a professional.  Let’s try to answer this by analogy: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3513317-5A6C-68B6-7DF6-8AF00A73B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5791200" cy="3550919"/>
          </a:xfrm>
        </p:spPr>
        <p:txBody>
          <a:bodyPr/>
          <a:lstStyle/>
          <a:p>
            <a:r>
              <a:rPr lang="en-US" sz="1800" dirty="0"/>
              <a:t>Most professionals </a:t>
            </a:r>
            <a:r>
              <a:rPr lang="en-US" sz="1800" i="1" dirty="0"/>
              <a:t>make goods </a:t>
            </a:r>
            <a:r>
              <a:rPr lang="en-US" sz="1800" dirty="0"/>
              <a:t>or </a:t>
            </a:r>
            <a:r>
              <a:rPr lang="en-US" sz="1800" i="1" dirty="0"/>
              <a:t>provide services</a:t>
            </a:r>
            <a:endParaRPr lang="en-US" sz="1800" dirty="0"/>
          </a:p>
          <a:p>
            <a:r>
              <a:rPr lang="en-US" sz="1800" dirty="0"/>
              <a:t>If I were a sculptor, how would you be able to tell?  What would convince you that I’m a </a:t>
            </a:r>
            <a:r>
              <a:rPr lang="en-US" sz="1800" i="1" dirty="0"/>
              <a:t>good</a:t>
            </a:r>
            <a:r>
              <a:rPr lang="en-US" sz="1800" dirty="0"/>
              <a:t> sculptor?</a:t>
            </a:r>
          </a:p>
          <a:p>
            <a:r>
              <a:rPr lang="en-US" sz="1800" dirty="0"/>
              <a:t>If I were an architect, how would you be able to tell? What would convince you that I’m a </a:t>
            </a:r>
            <a:r>
              <a:rPr lang="en-US" sz="1800" i="1" dirty="0"/>
              <a:t>good</a:t>
            </a:r>
            <a:r>
              <a:rPr lang="en-US" sz="1800" dirty="0"/>
              <a:t> architect?</a:t>
            </a:r>
          </a:p>
          <a:p>
            <a:endParaRPr lang="en-US" sz="1800" dirty="0"/>
          </a:p>
          <a:p>
            <a:r>
              <a:rPr lang="en-US" sz="1800" dirty="0"/>
              <a:t>Okay, now what about data scientist?</a:t>
            </a:r>
          </a:p>
        </p:txBody>
      </p:sp>
    </p:spTree>
    <p:extLst>
      <p:ext uri="{BB962C8B-B14F-4D97-AF65-F5344CB8AC3E}">
        <p14:creationId xmlns:p14="http://schemas.microsoft.com/office/powerpoint/2010/main" val="108945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EE8E-A87E-A444-A49C-94337DE5F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5B373D-CD66-696C-F75B-DEF98465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Data science is not a hobby or an activity: it’s a trade.  Data science without a “client” is just a way to pass time.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14A845-1A3B-C8C1-9C7A-BE02E7583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5791200" cy="3550919"/>
          </a:xfrm>
        </p:spPr>
        <p:txBody>
          <a:bodyPr/>
          <a:lstStyle/>
          <a:p>
            <a:r>
              <a:rPr lang="en-US" sz="1800" dirty="0"/>
              <a:t>A civil engineer does not design bridges for fun</a:t>
            </a:r>
          </a:p>
          <a:p>
            <a:pPr lvl="1"/>
            <a:r>
              <a:rPr lang="en-US" sz="1600" dirty="0"/>
              <a:t>Where would they get the labor and materials?  </a:t>
            </a:r>
          </a:p>
          <a:p>
            <a:pPr lvl="1"/>
            <a:r>
              <a:rPr lang="en-US" sz="1600" dirty="0"/>
              <a:t>Who would pay for those? </a:t>
            </a:r>
          </a:p>
          <a:p>
            <a:pPr lvl="1"/>
            <a:r>
              <a:rPr lang="en-US" sz="1600" dirty="0"/>
              <a:t>What infrastructure would the bridge connect to?</a:t>
            </a:r>
          </a:p>
          <a:p>
            <a:pPr lvl="1"/>
            <a:r>
              <a:rPr lang="en-US" sz="1600" dirty="0"/>
              <a:t>What bank did this civil engineer rob to spend months designing bridges for their own amusement?</a:t>
            </a:r>
          </a:p>
          <a:p>
            <a:r>
              <a:rPr lang="en-US" sz="1800" dirty="0"/>
              <a:t>This is actually a pretty close analogy to data science</a:t>
            </a:r>
          </a:p>
          <a:p>
            <a:r>
              <a:rPr lang="en-US" sz="1800" dirty="0"/>
              <a:t>A “client” can be internal or external</a:t>
            </a:r>
          </a:p>
        </p:txBody>
      </p:sp>
    </p:spTree>
    <p:extLst>
      <p:ext uri="{BB962C8B-B14F-4D97-AF65-F5344CB8AC3E}">
        <p14:creationId xmlns:p14="http://schemas.microsoft.com/office/powerpoint/2010/main" val="245790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4975-D962-D17B-0831-3274740AA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5DC18-28F8-2B48-C2B8-9FAE01BAB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b="0" i="0" dirty="0"/>
              <a:t>“Data science” means the profession or tradecraft which helps organizations to better reach their goals through the rigorous collection, study, and summarization of first- and third-party data.</a:t>
            </a:r>
          </a:p>
        </p:txBody>
      </p:sp>
    </p:spTree>
    <p:extLst>
      <p:ext uri="{BB962C8B-B14F-4D97-AF65-F5344CB8AC3E}">
        <p14:creationId xmlns:p14="http://schemas.microsoft.com/office/powerpoint/2010/main" val="76168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0708-E5C0-10AA-1347-9E57DF3B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AD57DB-0A69-1A26-D620-F4351A4D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Statistics and data science share some knowledge bases and skill sets, but they are not interchangeable terms.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95A5B863-81D1-37B4-3217-5A97218FB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20835"/>
              </p:ext>
            </p:extLst>
          </p:nvPr>
        </p:nvGraphicFramePr>
        <p:xfrm>
          <a:off x="457200" y="1325881"/>
          <a:ext cx="8229600" cy="330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83653248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37677880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070489123"/>
                    </a:ext>
                  </a:extLst>
                </a:gridCol>
              </a:tblGrid>
              <a:tr h="374685">
                <a:tc>
                  <a:txBody>
                    <a:bodyPr/>
                    <a:lstStyle/>
                    <a:p>
                      <a:endParaRPr lang="en-US" sz="1400" b="1" i="0" dirty="0">
                        <a:solidFill>
                          <a:schemeClr val="tx1"/>
                        </a:solidFill>
                        <a:latin typeface="Helvetica Neue Light" panose="02000403000000020004" pitchFamily="2" charset="0"/>
                        <a:ea typeface="Helvetica Neue Light" panose="02000403000000020004" pitchFamily="2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Statisticians</a:t>
                      </a:r>
                    </a:p>
                  </a:txBody>
                  <a:tcPr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Data Scientists</a:t>
                      </a:r>
                    </a:p>
                  </a:txBody>
                  <a:tcPr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995110"/>
                  </a:ext>
                </a:extLst>
              </a:tr>
              <a:tr h="58571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Education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Graduate degree in statistics, mathematics, biostatistics, etc.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Undergrad or graduate degree in any quantitative field + industry experience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762134"/>
                  </a:ext>
                </a:extLst>
              </a:tr>
              <a:tr h="58571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Focus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Theoretical: </a:t>
                      </a:r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building better tools, proving new results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Applied: </a:t>
                      </a:r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using the best tools to solve old and new problems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381286"/>
                  </a:ext>
                </a:extLst>
              </a:tr>
              <a:tr h="585717">
                <a:tc rowSpan="3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Sample questions</a:t>
                      </a:r>
                    </a:p>
                    <a:p>
                      <a:endParaRPr lang="en-US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How do I construct the best confidence intervals?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How often will my insurer suffer a loss large enough to require reinsurance?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679429"/>
                  </a:ext>
                </a:extLst>
              </a:tr>
              <a:tr h="585717">
                <a:tc vMerge="1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How do I design experiments to account for confounding variables?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Does this new drug treat the disease better than the old drug?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143070"/>
                  </a:ext>
                </a:extLst>
              </a:tr>
              <a:tr h="585717">
                <a:tc vMerge="1">
                  <a:txBody>
                    <a:bodyPr/>
                    <a:lstStyle/>
                    <a:p>
                      <a:endParaRPr lang="en-US" sz="1400" b="0" i="0" dirty="0">
                        <a:latin typeface="Helvetica Neue Light" panose="02000403000000020004" pitchFamily="2" charset="0"/>
                        <a:ea typeface="Helvetica Neue Light" panose="02000403000000020004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Why did high-education voters change parties from 2008 to 2016?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Where should we spend our budget during the 2028 election cycle?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8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328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E5EF8-1EA5-CD04-2E61-D3312E9F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B248C6-9CAB-1AC4-D7E3-D54BF6F4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Data science helps organizations to make decisions and reach their goals.  However, organizational goals vary: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63CD76-D5C5-6AE9-DCC0-411A3131877B}"/>
              </a:ext>
            </a:extLst>
          </p:cNvPr>
          <p:cNvSpPr/>
          <p:nvPr/>
        </p:nvSpPr>
        <p:spPr>
          <a:xfrm>
            <a:off x="685800" y="2190750"/>
            <a:ext cx="18288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  <a:p>
            <a:endParaRPr lang="en-US" sz="1200" dirty="0">
              <a:solidFill>
                <a:schemeClr val="accent4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Boeing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Anthropic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Alinea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02BD4-2738-70D0-7076-9FCD478CC13A}"/>
              </a:ext>
            </a:extLst>
          </p:cNvPr>
          <p:cNvSpPr/>
          <p:nvPr/>
        </p:nvSpPr>
        <p:spPr>
          <a:xfrm>
            <a:off x="2667000" y="2190750"/>
            <a:ext cx="182880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  <a:p>
            <a:endParaRPr lang="en-US" sz="1200" dirty="0">
              <a:solidFill>
                <a:schemeClr val="accent5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Greenpeace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University of Chicago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Legal Aid Chicago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E8B30B-3C92-5A36-7FF0-F8AB24B914EF}"/>
              </a:ext>
            </a:extLst>
          </p:cNvPr>
          <p:cNvSpPr/>
          <p:nvPr/>
        </p:nvSpPr>
        <p:spPr>
          <a:xfrm>
            <a:off x="4648200" y="2190750"/>
            <a:ext cx="1828800" cy="114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  <a:p>
            <a:endParaRPr lang="en-US" sz="1200" dirty="0">
              <a:solidFill>
                <a:schemeClr val="accent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Nat’l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Committee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Sen. Duckworth ‘28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ERA Caucus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CAA40-72CA-CC46-461F-B6830C522E90}"/>
              </a:ext>
            </a:extLst>
          </p:cNvPr>
          <p:cNvSpPr/>
          <p:nvPr/>
        </p:nvSpPr>
        <p:spPr>
          <a:xfrm>
            <a:off x="6629400" y="2190750"/>
            <a:ext cx="1828800" cy="1143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City of Chicago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lL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State Treasurer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FTC Antitrust division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4DD2F-DCB6-B327-F143-3384A70BEC16}"/>
              </a:ext>
            </a:extLst>
          </p:cNvPr>
          <p:cNvSpPr/>
          <p:nvPr/>
        </p:nvSpPr>
        <p:spPr>
          <a:xfrm>
            <a:off x="685800" y="3562350"/>
            <a:ext cx="1828800" cy="1143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4">
                    <a:lumMod val="50000"/>
                  </a:schemeClr>
                </a:solidFill>
              </a:rPr>
              <a:t>Goals</a:t>
            </a: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Profit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Risk mitigation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6D82FE-B7D8-5440-DCB1-9ECDC5E5B9D2}"/>
              </a:ext>
            </a:extLst>
          </p:cNvPr>
          <p:cNvSpPr/>
          <p:nvPr/>
        </p:nvSpPr>
        <p:spPr>
          <a:xfrm>
            <a:off x="2667000" y="3562350"/>
            <a:ext cx="182880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5">
                    <a:lumMod val="75000"/>
                  </a:schemeClr>
                </a:solidFill>
              </a:rPr>
              <a:t>Goals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Revenue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Mission fulfillment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Risk mitigation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F69EC-CE3F-6992-85C9-151F39E7770E}"/>
              </a:ext>
            </a:extLst>
          </p:cNvPr>
          <p:cNvSpPr/>
          <p:nvPr/>
        </p:nvSpPr>
        <p:spPr>
          <a:xfrm>
            <a:off x="4648200" y="3562350"/>
            <a:ext cx="1828800" cy="114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1">
                    <a:lumMod val="75000"/>
                  </a:schemeClr>
                </a:solidFill>
              </a:rPr>
              <a:t>Goals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Election wins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Legislative wins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Funding (sometimes)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B4536-A4DF-48C3-115C-5B4B2EB73102}"/>
              </a:ext>
            </a:extLst>
          </p:cNvPr>
          <p:cNvSpPr/>
          <p:nvPr/>
        </p:nvSpPr>
        <p:spPr>
          <a:xfrm>
            <a:off x="6629400" y="3565166"/>
            <a:ext cx="1828800" cy="1143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u="sng" dirty="0">
                <a:solidFill>
                  <a:schemeClr val="accent6">
                    <a:lumMod val="50000"/>
                  </a:schemeClr>
                </a:solidFill>
              </a:rPr>
              <a:t>Goals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Service delivery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Equity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40B4E-E7E1-495D-D99A-51054314CEE0}"/>
              </a:ext>
            </a:extLst>
          </p:cNvPr>
          <p:cNvSpPr txBox="1"/>
          <p:nvPr/>
        </p:nvSpPr>
        <p:spPr>
          <a:xfrm>
            <a:off x="2667000" y="170571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Non-profit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D44C3-6B84-D5CA-5A31-B93F54508EFB}"/>
              </a:ext>
            </a:extLst>
          </p:cNvPr>
          <p:cNvSpPr txBox="1"/>
          <p:nvPr/>
        </p:nvSpPr>
        <p:spPr>
          <a:xfrm>
            <a:off x="685800" y="170571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Corporate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7F84B6-3C05-01EA-01AB-0ADBCC225DF8}"/>
              </a:ext>
            </a:extLst>
          </p:cNvPr>
          <p:cNvSpPr txBox="1"/>
          <p:nvPr/>
        </p:nvSpPr>
        <p:spPr>
          <a:xfrm>
            <a:off x="6629400" y="170571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Governmental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45302-0F91-F151-DCC2-C0190190268E}"/>
              </a:ext>
            </a:extLst>
          </p:cNvPr>
          <p:cNvSpPr txBox="1"/>
          <p:nvPr/>
        </p:nvSpPr>
        <p:spPr>
          <a:xfrm>
            <a:off x="4648200" y="170571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Political</a:t>
            </a:r>
          </a:p>
        </p:txBody>
      </p:sp>
      <p:sp>
        <p:nvSpPr>
          <p:cNvPr id="24" name="Folded Corner 23">
            <a:extLst>
              <a:ext uri="{FF2B5EF4-FFF2-40B4-BE49-F238E27FC236}">
                <a16:creationId xmlns:a16="http://schemas.microsoft.com/office/drawing/2014/main" id="{05A88CBA-6BD8-DE7A-3C47-D1D55D590B3E}"/>
              </a:ext>
            </a:extLst>
          </p:cNvPr>
          <p:cNvSpPr/>
          <p:nvPr/>
        </p:nvSpPr>
        <p:spPr>
          <a:xfrm>
            <a:off x="6629400" y="2190750"/>
            <a:ext cx="1828800" cy="1143000"/>
          </a:xfrm>
          <a:prstGeom prst="foldedCorner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16C38F96-0C43-A7E6-EB2A-0D2BA70307FA}"/>
              </a:ext>
            </a:extLst>
          </p:cNvPr>
          <p:cNvSpPr/>
          <p:nvPr/>
        </p:nvSpPr>
        <p:spPr>
          <a:xfrm>
            <a:off x="6629400" y="3562350"/>
            <a:ext cx="1828800" cy="1143000"/>
          </a:xfrm>
          <a:prstGeom prst="foldedCorner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Goals</a:t>
            </a:r>
          </a:p>
        </p:txBody>
      </p:sp>
      <p:sp>
        <p:nvSpPr>
          <p:cNvPr id="26" name="Folded Corner 25">
            <a:extLst>
              <a:ext uri="{FF2B5EF4-FFF2-40B4-BE49-F238E27FC236}">
                <a16:creationId xmlns:a16="http://schemas.microsoft.com/office/drawing/2014/main" id="{561538BE-25C1-813B-8DC9-8254F919068D}"/>
              </a:ext>
            </a:extLst>
          </p:cNvPr>
          <p:cNvSpPr/>
          <p:nvPr/>
        </p:nvSpPr>
        <p:spPr>
          <a:xfrm>
            <a:off x="4648200" y="2190750"/>
            <a:ext cx="1828800" cy="11430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  <p:sp>
        <p:nvSpPr>
          <p:cNvPr id="27" name="Folded Corner 26">
            <a:extLst>
              <a:ext uri="{FF2B5EF4-FFF2-40B4-BE49-F238E27FC236}">
                <a16:creationId xmlns:a16="http://schemas.microsoft.com/office/drawing/2014/main" id="{573BF4D9-DA2B-54CB-8A8B-7FB8E1AE901A}"/>
              </a:ext>
            </a:extLst>
          </p:cNvPr>
          <p:cNvSpPr/>
          <p:nvPr/>
        </p:nvSpPr>
        <p:spPr>
          <a:xfrm>
            <a:off x="4648200" y="3562350"/>
            <a:ext cx="1828800" cy="1143000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Goals</a:t>
            </a:r>
          </a:p>
        </p:txBody>
      </p:sp>
      <p:sp>
        <p:nvSpPr>
          <p:cNvPr id="28" name="Folded Corner 27">
            <a:extLst>
              <a:ext uri="{FF2B5EF4-FFF2-40B4-BE49-F238E27FC236}">
                <a16:creationId xmlns:a16="http://schemas.microsoft.com/office/drawing/2014/main" id="{8FE5B94A-ED50-FF8A-A90A-D1298671FC8C}"/>
              </a:ext>
            </a:extLst>
          </p:cNvPr>
          <p:cNvSpPr/>
          <p:nvPr/>
        </p:nvSpPr>
        <p:spPr>
          <a:xfrm>
            <a:off x="2667000" y="2190750"/>
            <a:ext cx="1828800" cy="114300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  <p:sp>
        <p:nvSpPr>
          <p:cNvPr id="29" name="Folded Corner 28">
            <a:extLst>
              <a:ext uri="{FF2B5EF4-FFF2-40B4-BE49-F238E27FC236}">
                <a16:creationId xmlns:a16="http://schemas.microsoft.com/office/drawing/2014/main" id="{6D26F0E2-EA23-CA79-DBE2-EB8F235382A2}"/>
              </a:ext>
            </a:extLst>
          </p:cNvPr>
          <p:cNvSpPr/>
          <p:nvPr/>
        </p:nvSpPr>
        <p:spPr>
          <a:xfrm>
            <a:off x="2667000" y="3562350"/>
            <a:ext cx="1828800" cy="114300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Goals</a:t>
            </a:r>
          </a:p>
        </p:txBody>
      </p:sp>
      <p:sp>
        <p:nvSpPr>
          <p:cNvPr id="30" name="Folded Corner 29">
            <a:extLst>
              <a:ext uri="{FF2B5EF4-FFF2-40B4-BE49-F238E27FC236}">
                <a16:creationId xmlns:a16="http://schemas.microsoft.com/office/drawing/2014/main" id="{412ED9D7-E7E5-7137-53B3-62FF1A684F20}"/>
              </a:ext>
            </a:extLst>
          </p:cNvPr>
          <p:cNvSpPr/>
          <p:nvPr/>
        </p:nvSpPr>
        <p:spPr>
          <a:xfrm>
            <a:off x="685800" y="2190750"/>
            <a:ext cx="1828800" cy="114300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  <p:sp>
        <p:nvSpPr>
          <p:cNvPr id="31" name="Folded Corner 30">
            <a:extLst>
              <a:ext uri="{FF2B5EF4-FFF2-40B4-BE49-F238E27FC236}">
                <a16:creationId xmlns:a16="http://schemas.microsoft.com/office/drawing/2014/main" id="{C77F9DA9-E695-07C7-B7FD-25CB8628FDF8}"/>
              </a:ext>
            </a:extLst>
          </p:cNvPr>
          <p:cNvSpPr/>
          <p:nvPr/>
        </p:nvSpPr>
        <p:spPr>
          <a:xfrm>
            <a:off x="685800" y="3562350"/>
            <a:ext cx="1828800" cy="114300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395647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991D9F-2AD5-7375-EAB4-CAEFFC01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Data science work typically occurs within the framework of projects, product launches, consulting contracts, etc.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48C668-B9A5-0D72-6299-1ECC6F321D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6400800" cy="3550919"/>
          </a:xfrm>
        </p:spPr>
        <p:txBody>
          <a:bodyPr/>
          <a:lstStyle/>
          <a:p>
            <a:r>
              <a:rPr lang="en-US" sz="1800" dirty="0"/>
              <a:t>A park ranger, a pastry chef, or a day trader’s work is </a:t>
            </a:r>
            <a:r>
              <a:rPr lang="en-US" sz="1800" i="1" dirty="0"/>
              <a:t>operational</a:t>
            </a:r>
            <a:r>
              <a:rPr lang="en-US" sz="1800" dirty="0"/>
              <a:t>: a continuous flow of maintenance</a:t>
            </a:r>
          </a:p>
          <a:p>
            <a:r>
              <a:rPr lang="en-US" sz="1800" dirty="0"/>
              <a:t>By contrast, an architect or a data scientist usually takes discretized </a:t>
            </a:r>
            <a:r>
              <a:rPr lang="en-US" sz="1800" i="1" dirty="0"/>
              <a:t>project-based</a:t>
            </a:r>
            <a:r>
              <a:rPr lang="en-US" sz="1800" dirty="0"/>
              <a:t> work:</a:t>
            </a:r>
          </a:p>
          <a:p>
            <a:pPr lvl="1"/>
            <a:r>
              <a:rPr lang="en-US" sz="1600" dirty="0"/>
              <a:t>Build a recommendation engine for an e-commerce website</a:t>
            </a:r>
          </a:p>
          <a:p>
            <a:pPr lvl="1"/>
            <a:r>
              <a:rPr lang="en-US" sz="1600" dirty="0"/>
              <a:t>Optimize product placement in a grocery store</a:t>
            </a:r>
          </a:p>
          <a:p>
            <a:pPr lvl="1"/>
            <a:r>
              <a:rPr lang="en-US" sz="1600" dirty="0"/>
              <a:t>Plan the 2030 Decennial Census</a:t>
            </a:r>
          </a:p>
          <a:p>
            <a:r>
              <a:rPr lang="en-US" sz="1800" i="1" dirty="0"/>
              <a:t>Nota bene: </a:t>
            </a:r>
            <a:r>
              <a:rPr lang="en-US" sz="1800" dirty="0"/>
              <a:t>Everything is in flux! AI is changing the field.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341620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F60B-0731-9643-269A-DF081EFC4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789EAF-871B-4F3B-036C-CC9617C3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Each individual project can be viewed in several stages, called the data science “lifecycle” or “pipeline”: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917E241-6989-7763-D8AD-C783F84EF6E8}"/>
              </a:ext>
            </a:extLst>
          </p:cNvPr>
          <p:cNvSpPr/>
          <p:nvPr/>
        </p:nvSpPr>
        <p:spPr>
          <a:xfrm>
            <a:off x="230202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 the problem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AC71CEA-9BCF-2DA9-4EA4-591892AEBB5C}"/>
              </a:ext>
            </a:extLst>
          </p:cNvPr>
          <p:cNvSpPr/>
          <p:nvPr/>
        </p:nvSpPr>
        <p:spPr>
          <a:xfrm>
            <a:off x="422125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4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Sizing the problem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Talking with SMEs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Research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Choosing target function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1B91E14-E025-B603-DA2A-F653D8BC4BD3}"/>
              </a:ext>
            </a:extLst>
          </p:cNvPr>
          <p:cNvSpPr/>
          <p:nvPr/>
        </p:nvSpPr>
        <p:spPr>
          <a:xfrm>
            <a:off x="1522440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EA35772-3ED9-671B-6D99-C507DFC37DC3}"/>
              </a:ext>
            </a:extLst>
          </p:cNvPr>
          <p:cNvSpPr/>
          <p:nvPr/>
        </p:nvSpPr>
        <p:spPr>
          <a:xfrm>
            <a:off x="2056410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 discovery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25F7A6F-6116-E5FB-B839-186466D2EEAB}"/>
              </a:ext>
            </a:extLst>
          </p:cNvPr>
          <p:cNvSpPr/>
          <p:nvPr/>
        </p:nvSpPr>
        <p:spPr>
          <a:xfrm>
            <a:off x="2248333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Gaining access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Augmenting w/ 3</a:t>
            </a:r>
            <a:r>
              <a:rPr lang="en-US" sz="1000" b="0" i="0" kern="12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-party data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Reviewing documentation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EDA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Pitching solution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DF44795-E2A3-13FA-7699-1703F78428AC}"/>
              </a:ext>
            </a:extLst>
          </p:cNvPr>
          <p:cNvSpPr/>
          <p:nvPr/>
        </p:nvSpPr>
        <p:spPr>
          <a:xfrm>
            <a:off x="3348648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293DED7-D864-1418-8B57-FF7761E12CD5}"/>
              </a:ext>
            </a:extLst>
          </p:cNvPr>
          <p:cNvSpPr/>
          <p:nvPr/>
        </p:nvSpPr>
        <p:spPr>
          <a:xfrm>
            <a:off x="3882618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and modeling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C919E87-0E0E-AE26-A0D7-64766AC87C96}"/>
              </a:ext>
            </a:extLst>
          </p:cNvPr>
          <p:cNvSpPr/>
          <p:nvPr/>
        </p:nvSpPr>
        <p:spPr>
          <a:xfrm>
            <a:off x="4074541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5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Choosing candidate models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Creating features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Checking against assumptions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Iterating to final model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5A00BD1-5C35-02FC-BC93-489EE85D02D6}"/>
              </a:ext>
            </a:extLst>
          </p:cNvPr>
          <p:cNvSpPr/>
          <p:nvPr/>
        </p:nvSpPr>
        <p:spPr>
          <a:xfrm>
            <a:off x="5174855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33DD36F-C734-29B3-782D-38C0B1BE0805}"/>
              </a:ext>
            </a:extLst>
          </p:cNvPr>
          <p:cNvSpPr/>
          <p:nvPr/>
        </p:nvSpPr>
        <p:spPr>
          <a:xfrm>
            <a:off x="5708825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Evaluation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61D50B5-324E-509F-4BF2-E08F23AE22CE}"/>
              </a:ext>
            </a:extLst>
          </p:cNvPr>
          <p:cNvSpPr/>
          <p:nvPr/>
        </p:nvSpPr>
        <p:spPr>
          <a:xfrm>
            <a:off x="5900748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3">
                <a:lumMod val="90000"/>
                <a:lumOff val="10000"/>
              </a:schemeClr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Finding point estimates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Measuring uncertainty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 weaknesses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Performing robustness tests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3C27894-3F5C-7157-C14F-22575A9C7570}"/>
              </a:ext>
            </a:extLst>
          </p:cNvPr>
          <p:cNvSpPr/>
          <p:nvPr/>
        </p:nvSpPr>
        <p:spPr>
          <a:xfrm>
            <a:off x="7001063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3ECF4FA-FBB0-FE92-F12C-4426135CA38F}"/>
              </a:ext>
            </a:extLst>
          </p:cNvPr>
          <p:cNvSpPr/>
          <p:nvPr/>
        </p:nvSpPr>
        <p:spPr>
          <a:xfrm>
            <a:off x="7535033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Deployment and impact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14C635C-F9F9-AF96-D5E5-0963282B0EDB}"/>
              </a:ext>
            </a:extLst>
          </p:cNvPr>
          <p:cNvSpPr/>
          <p:nvPr/>
        </p:nvSpPr>
        <p:spPr>
          <a:xfrm>
            <a:off x="7726956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Reporting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Presenting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management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Implementation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Maintenance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Offloading</a:t>
            </a:r>
          </a:p>
        </p:txBody>
      </p:sp>
    </p:spTree>
    <p:extLst>
      <p:ext uri="{BB962C8B-B14F-4D97-AF65-F5344CB8AC3E}">
        <p14:creationId xmlns:p14="http://schemas.microsoft.com/office/powerpoint/2010/main" val="207082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  <p:bldP spid="12" grpId="1" animBg="1"/>
      <p:bldP spid="15" grpId="0" animBg="1"/>
      <p:bldP spid="15" grpId="1" animBg="1"/>
      <p:bldP spid="18" grpId="0" animBg="1"/>
      <p:bldP spid="18" grpId="1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350B-9B1B-3C0A-0EEB-27336BFD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9D6AB-3367-478E-2D24-33E8EF5E68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2200" y="2368296"/>
            <a:ext cx="4419599" cy="800219"/>
          </a:xfrm>
        </p:spPr>
        <p:txBody>
          <a:bodyPr/>
          <a:lstStyle/>
          <a:p>
            <a:r>
              <a:rPr lang="en-US" dirty="0"/>
              <a:t>4. Case study: Chicago restaurant inspections</a:t>
            </a:r>
          </a:p>
        </p:txBody>
      </p:sp>
    </p:spTree>
    <p:extLst>
      <p:ext uri="{BB962C8B-B14F-4D97-AF65-F5344CB8AC3E}">
        <p14:creationId xmlns:p14="http://schemas.microsoft.com/office/powerpoint/2010/main" val="141406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0DBB-A191-EF7C-5484-D3C61FAE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1FB755-36DD-A614-DDD1-05B80C9A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What are City of Chicago restaurant inspections?  Let’s briefly talk about them, and then run our own simulation.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347651-CC8A-09C3-FDF0-D5BA6FC0E9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4876800" cy="3550919"/>
          </a:xfrm>
        </p:spPr>
        <p:txBody>
          <a:bodyPr/>
          <a:lstStyle/>
          <a:p>
            <a:r>
              <a:rPr lang="en-US" dirty="0"/>
              <a:t>City employs about 50 “sanitarians” who inspect facilities with food licenses</a:t>
            </a:r>
          </a:p>
          <a:p>
            <a:r>
              <a:rPr lang="en-US" dirty="0"/>
              <a:t>Sanitarians run inspections for:</a:t>
            </a:r>
          </a:p>
          <a:p>
            <a:pPr lvl="1"/>
            <a:r>
              <a:rPr lang="en-US" dirty="0"/>
              <a:t>New licenses</a:t>
            </a:r>
          </a:p>
          <a:p>
            <a:pPr lvl="1"/>
            <a:r>
              <a:rPr lang="en-US" dirty="0"/>
              <a:t>Responding to complaints</a:t>
            </a:r>
          </a:p>
          <a:p>
            <a:pPr lvl="1"/>
            <a:r>
              <a:rPr lang="en-US" dirty="0"/>
              <a:t>“Canvassing” (random check)</a:t>
            </a:r>
          </a:p>
          <a:p>
            <a:pPr lvl="1"/>
            <a:r>
              <a:rPr lang="en-US" dirty="0"/>
              <a:t>Follow-ups after failures for any of the above</a:t>
            </a:r>
          </a:p>
          <a:p>
            <a:r>
              <a:rPr lang="en-US" dirty="0"/>
              <a:t>About 16,000 licensed facilities</a:t>
            </a:r>
          </a:p>
        </p:txBody>
      </p:sp>
    </p:spTree>
    <p:extLst>
      <p:ext uri="{BB962C8B-B14F-4D97-AF65-F5344CB8AC3E}">
        <p14:creationId xmlns:p14="http://schemas.microsoft.com/office/powerpoint/2010/main" val="3127273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4214-02B5-65E3-F559-8E5934EE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F3823B-9D0A-9716-A007-D3900CB2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What are City of Chicago restaurant inspections?  Let’s briefly talk about them, and then run our own simulation.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C5A466-6B24-0A2F-D9F9-65439C3499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25879"/>
            <a:ext cx="7848600" cy="355091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Two of you will be “sanitarians”, performing canvass inspections of everyone else, the “restaurant owners”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Everyone starts by standing up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Sanitarians visit anyone in any order.  To conduct an inspection, they play a game of rock-paper-scissors with the restaurant owner.  When the sanitarian wins, the restaurant owner hands over their ticket and sits down.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ticket marked with an “F” represents a critical violation of the health code, resulting in a failed inspection.</a:t>
            </a:r>
          </a:p>
        </p:txBody>
      </p:sp>
    </p:spTree>
    <p:extLst>
      <p:ext uri="{BB962C8B-B14F-4D97-AF65-F5344CB8AC3E}">
        <p14:creationId xmlns:p14="http://schemas.microsoft.com/office/powerpoint/2010/main" val="4162946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6884-4ED8-E098-119B-575785EA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95DA91-BBD2-31F7-07EB-07320460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Let’s apply the steps of the data science lifecycle to help improve Chicago’s restaurant inspection process.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515836-528E-1082-4AD0-FBA2E16E6AAD}"/>
              </a:ext>
            </a:extLst>
          </p:cNvPr>
          <p:cNvSpPr/>
          <p:nvPr/>
        </p:nvSpPr>
        <p:spPr>
          <a:xfrm>
            <a:off x="230202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 the problem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E485483-DAF5-9A53-F500-BAA819F6F8C2}"/>
              </a:ext>
            </a:extLst>
          </p:cNvPr>
          <p:cNvSpPr/>
          <p:nvPr/>
        </p:nvSpPr>
        <p:spPr>
          <a:xfrm>
            <a:off x="422125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4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Sizing the problem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Talking with SMEs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Research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Choosing target function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B2BECEB-7563-711B-2A40-4BA3BE9F37F4}"/>
              </a:ext>
            </a:extLst>
          </p:cNvPr>
          <p:cNvSpPr/>
          <p:nvPr/>
        </p:nvSpPr>
        <p:spPr>
          <a:xfrm>
            <a:off x="1522440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096CEF-F312-2300-6D7E-5F47AD12A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0" y="1325879"/>
            <a:ext cx="6400800" cy="3550919"/>
          </a:xfrm>
        </p:spPr>
        <p:txBody>
          <a:bodyPr/>
          <a:lstStyle/>
          <a:p>
            <a:pPr marL="0" indent="0">
              <a:buClr>
                <a:schemeClr val="accent4"/>
              </a:buClr>
              <a:buNone/>
            </a:pPr>
            <a:r>
              <a:rPr lang="en-US" sz="1800" dirty="0"/>
              <a:t>Discussion questions:</a:t>
            </a:r>
          </a:p>
          <a:p>
            <a:pPr>
              <a:buClr>
                <a:schemeClr val="accent4"/>
              </a:buClr>
            </a:pPr>
            <a:r>
              <a:rPr lang="en-US" sz="1800" dirty="0"/>
              <a:t>Who should we talk to in order to think of ways to improve the restaurant inspections?</a:t>
            </a:r>
          </a:p>
          <a:p>
            <a:pPr>
              <a:buClr>
                <a:schemeClr val="accent4"/>
              </a:buClr>
            </a:pPr>
            <a:r>
              <a:rPr lang="en-US" sz="1800" dirty="0"/>
              <a:t>What are some of the possible problems with this process, and are we likely to solve them?</a:t>
            </a:r>
          </a:p>
          <a:p>
            <a:pPr>
              <a:buClr>
                <a:schemeClr val="accent4"/>
              </a:buClr>
            </a:pPr>
            <a:r>
              <a:rPr lang="en-US" sz="1800" dirty="0"/>
              <a:t>How could we define and measure what it would mean to perform the inspections “better”?</a:t>
            </a:r>
          </a:p>
          <a:p>
            <a:pPr lvl="1">
              <a:buClr>
                <a:schemeClr val="accent4"/>
              </a:buClr>
            </a:pPr>
            <a:r>
              <a:rPr lang="en-US" sz="1600" dirty="0"/>
              <a:t>Cheaper?</a:t>
            </a:r>
          </a:p>
          <a:p>
            <a:pPr lvl="1">
              <a:buClr>
                <a:schemeClr val="accent4"/>
              </a:buClr>
            </a:pPr>
            <a:r>
              <a:rPr lang="en-US" sz="1600" dirty="0"/>
              <a:t>More efficient?</a:t>
            </a:r>
          </a:p>
          <a:p>
            <a:pPr lvl="1">
              <a:buClr>
                <a:schemeClr val="accent4"/>
              </a:buClr>
            </a:pPr>
            <a:r>
              <a:rPr lang="en-US" sz="1600" dirty="0"/>
              <a:t>Fairer?</a:t>
            </a:r>
          </a:p>
          <a:p>
            <a:pPr>
              <a:buClr>
                <a:schemeClr val="accent4"/>
              </a:buClr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5513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1272-B638-4318-3755-63813DD1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AE7D7234-9426-83F5-54E4-8132433385E8}"/>
              </a:ext>
            </a:extLst>
          </p:cNvPr>
          <p:cNvSpPr/>
          <p:nvPr/>
        </p:nvSpPr>
        <p:spPr>
          <a:xfrm>
            <a:off x="228853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 discovery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38C20B2-2469-F46E-4718-34925C5B2EC9}"/>
              </a:ext>
            </a:extLst>
          </p:cNvPr>
          <p:cNvSpPr/>
          <p:nvPr/>
        </p:nvSpPr>
        <p:spPr>
          <a:xfrm>
            <a:off x="420776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Gaining access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Augmenting w/ 3</a:t>
            </a:r>
            <a:r>
              <a:rPr lang="en-US" sz="1000" b="0" i="0" kern="1200" baseline="30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rd</a:t>
            </a: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-party data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Reviewing documentation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EDA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Pitching solution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5B6D29-447D-D51F-895E-FCCC87A2F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The problems we can solve are limited both by the data collection process as well as by our own access issues.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F6026DA-3FA2-39B8-4555-B29EAC0129ED}"/>
              </a:ext>
            </a:extLst>
          </p:cNvPr>
          <p:cNvSpPr/>
          <p:nvPr/>
        </p:nvSpPr>
        <p:spPr>
          <a:xfrm>
            <a:off x="1522440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66DE99B-18A4-E79B-38B6-023BCCC677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0" y="1325879"/>
            <a:ext cx="6400800" cy="3550919"/>
          </a:xfrm>
        </p:spPr>
        <p:txBody>
          <a:bodyPr/>
          <a:lstStyle/>
          <a:p>
            <a:pPr marL="0" indent="0">
              <a:buClr>
                <a:schemeClr val="accent2"/>
              </a:buClr>
              <a:buNone/>
            </a:pPr>
            <a:r>
              <a:rPr lang="en-US" sz="1800" dirty="0"/>
              <a:t>Discussion questions:</a:t>
            </a:r>
            <a:endParaRPr lang="en-US" sz="1600" dirty="0"/>
          </a:p>
          <a:p>
            <a:pPr>
              <a:buClr>
                <a:schemeClr val="accent2"/>
              </a:buClr>
            </a:pPr>
            <a:r>
              <a:rPr lang="en-US" sz="1800" dirty="0"/>
              <a:t>What sort of data do we need?</a:t>
            </a:r>
          </a:p>
          <a:p>
            <a:pPr>
              <a:buClr>
                <a:schemeClr val="accent2"/>
              </a:buClr>
            </a:pPr>
            <a:r>
              <a:rPr lang="en-US" sz="1800" dirty="0"/>
              <a:t>Where is it likely to be found?</a:t>
            </a:r>
          </a:p>
          <a:p>
            <a:pPr>
              <a:buClr>
                <a:schemeClr val="accent2"/>
              </a:buClr>
            </a:pPr>
            <a:r>
              <a:rPr lang="en-US" sz="1800" dirty="0"/>
              <a:t>Would we benefit from any outside datasets?</a:t>
            </a:r>
          </a:p>
          <a:p>
            <a:pPr>
              <a:buClr>
                <a:schemeClr val="accent2"/>
              </a:buClr>
            </a:pPr>
            <a:r>
              <a:rPr lang="en-US" sz="1800" dirty="0"/>
              <a:t>Are the data clean / usable / fully understood by us?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4474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3796-12F2-91B7-079F-F28BAEEC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A9D84F-A839-C304-CA6E-B71221CE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Many aspiring data scientists are most excited by the modeling and analysis step – the hardest one to demo!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4713E35-DC55-C80F-5E6C-5FDB8CD827FE}"/>
              </a:ext>
            </a:extLst>
          </p:cNvPr>
          <p:cNvSpPr/>
          <p:nvPr/>
        </p:nvSpPr>
        <p:spPr>
          <a:xfrm>
            <a:off x="1522440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C51ABDE-996E-B159-A992-EE64C46E14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0" y="1325879"/>
            <a:ext cx="6400800" cy="3550919"/>
          </a:xfrm>
        </p:spPr>
        <p:txBody>
          <a:bodyPr/>
          <a:lstStyle/>
          <a:p>
            <a:pPr marL="0" indent="0">
              <a:buClr>
                <a:schemeClr val="accent2"/>
              </a:buClr>
              <a:buNone/>
            </a:pPr>
            <a:r>
              <a:rPr lang="en-US" sz="1800" dirty="0"/>
              <a:t>Discussion questions:</a:t>
            </a:r>
            <a:endParaRPr lang="en-US" sz="1600" dirty="0"/>
          </a:p>
          <a:p>
            <a:pPr>
              <a:buClr>
                <a:schemeClr val="accent5"/>
              </a:buClr>
            </a:pPr>
            <a:r>
              <a:rPr lang="en-US" sz="1800" dirty="0"/>
              <a:t>What variable should our model predict?</a:t>
            </a:r>
          </a:p>
          <a:p>
            <a:pPr>
              <a:buClr>
                <a:schemeClr val="accent5"/>
              </a:buClr>
            </a:pPr>
            <a:r>
              <a:rPr lang="en-US" sz="1800" dirty="0"/>
              <a:t>What variable(s) should it use as predictors?</a:t>
            </a:r>
          </a:p>
          <a:p>
            <a:pPr>
              <a:buClr>
                <a:schemeClr val="accent5"/>
              </a:buClr>
            </a:pPr>
            <a:r>
              <a:rPr lang="en-US" sz="1800" dirty="0"/>
              <a:t>Are there any reasons that the historical data would mislead us about future inspection results?</a:t>
            </a:r>
          </a:p>
          <a:p>
            <a:pPr>
              <a:buClr>
                <a:schemeClr val="accent5"/>
              </a:buClr>
            </a:pPr>
            <a:r>
              <a:rPr lang="en-US" sz="1800" dirty="0"/>
              <a:t>Would our model upset or harm anyone?</a:t>
            </a:r>
            <a:endParaRPr lang="en-US" sz="16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F4EC231-4E2F-9624-F2E4-2CCF1B189FA4}"/>
              </a:ext>
            </a:extLst>
          </p:cNvPr>
          <p:cNvSpPr/>
          <p:nvPr/>
        </p:nvSpPr>
        <p:spPr>
          <a:xfrm>
            <a:off x="228853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and modeling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FAA25A6-999E-2AB7-4272-B28692BDF863}"/>
              </a:ext>
            </a:extLst>
          </p:cNvPr>
          <p:cNvSpPr/>
          <p:nvPr/>
        </p:nvSpPr>
        <p:spPr>
          <a:xfrm>
            <a:off x="420776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5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Choosing candidate models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Creating features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Checking against assumptions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Iterating to final model</a:t>
            </a:r>
          </a:p>
        </p:txBody>
      </p:sp>
    </p:spTree>
    <p:extLst>
      <p:ext uri="{BB962C8B-B14F-4D97-AF65-F5344CB8AC3E}">
        <p14:creationId xmlns:p14="http://schemas.microsoft.com/office/powerpoint/2010/main" val="2521871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E834-DB64-CA6F-CA27-22DCBCD3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4C69FC-C5D6-DE0E-266F-4593C1A9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Instead of delivering a solution which grows stale over time, can we create a report which updates over time?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407EA2E-3651-DFF2-503B-1E27B9C837A3}"/>
              </a:ext>
            </a:extLst>
          </p:cNvPr>
          <p:cNvSpPr/>
          <p:nvPr/>
        </p:nvSpPr>
        <p:spPr>
          <a:xfrm>
            <a:off x="1522440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1350966-9247-9352-9B87-A30A45F5CB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0" y="1325879"/>
            <a:ext cx="6400800" cy="3550919"/>
          </a:xfrm>
        </p:spPr>
        <p:txBody>
          <a:bodyPr/>
          <a:lstStyle/>
          <a:p>
            <a:pPr marL="0" indent="0">
              <a:buClr>
                <a:schemeClr val="accent2"/>
              </a:buClr>
              <a:buNone/>
            </a:pPr>
            <a:r>
              <a:rPr lang="en-US" sz="1800" dirty="0"/>
              <a:t>Discussion questions:</a:t>
            </a:r>
            <a:endParaRPr lang="en-US" sz="1600" dirty="0"/>
          </a:p>
          <a:p>
            <a:r>
              <a:rPr lang="en-US" sz="1800" dirty="0"/>
              <a:t>Who will see our work?</a:t>
            </a:r>
          </a:p>
          <a:p>
            <a:r>
              <a:rPr lang="en-US" sz="1800" dirty="0"/>
              <a:t>Will they be open to our conclusions?  If not, how can we make our work seem more valuable to them?</a:t>
            </a:r>
          </a:p>
          <a:p>
            <a:r>
              <a:rPr lang="en-US" sz="1800" dirty="0"/>
              <a:t>What happens to our work after our direct involvement?</a:t>
            </a:r>
          </a:p>
          <a:p>
            <a:endParaRPr lang="en-US" sz="160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7965A4E-751F-C40A-60CD-E22C7622A949}"/>
              </a:ext>
            </a:extLst>
          </p:cNvPr>
          <p:cNvSpPr/>
          <p:nvPr/>
        </p:nvSpPr>
        <p:spPr>
          <a:xfrm>
            <a:off x="230202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Deployment and impact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99D0873-0D4A-AE3F-89F4-259D8E0DF51A}"/>
              </a:ext>
            </a:extLst>
          </p:cNvPr>
          <p:cNvSpPr/>
          <p:nvPr/>
        </p:nvSpPr>
        <p:spPr>
          <a:xfrm>
            <a:off x="422125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Reporting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Presenting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management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Implementation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Maintenance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Offloading</a:t>
            </a:r>
          </a:p>
        </p:txBody>
      </p:sp>
    </p:spTree>
    <p:extLst>
      <p:ext uri="{BB962C8B-B14F-4D97-AF65-F5344CB8AC3E}">
        <p14:creationId xmlns:p14="http://schemas.microsoft.com/office/powerpoint/2010/main" val="2300747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0DD0-DAD3-A7D6-55E0-E556DC8E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988EBB-B47C-3FA4-282B-99E20D51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6"/>
            <a:ext cx="8229600" cy="800219"/>
          </a:xfrm>
        </p:spPr>
        <p:txBody>
          <a:bodyPr/>
          <a:lstStyle/>
          <a:p>
            <a:r>
              <a:rPr lang="en-US" dirty="0"/>
              <a:t>Models provide answers.  But are they good or bad answers?  Sensitive or sturdy?  This is why we evaluate.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3A0965B-7457-3A0B-1045-DB56B7B00ABD}"/>
              </a:ext>
            </a:extLst>
          </p:cNvPr>
          <p:cNvSpPr/>
          <p:nvPr/>
        </p:nvSpPr>
        <p:spPr>
          <a:xfrm>
            <a:off x="1522440" y="2198193"/>
            <a:ext cx="377338" cy="277415"/>
          </a:xfrm>
          <a:custGeom>
            <a:avLst/>
            <a:gdLst>
              <a:gd name="csX0" fmla="*/ 0 w 377338"/>
              <a:gd name="csY0" fmla="*/ 55483 h 277415"/>
              <a:gd name="csX1" fmla="*/ 238631 w 377338"/>
              <a:gd name="csY1" fmla="*/ 55483 h 277415"/>
              <a:gd name="csX2" fmla="*/ 238631 w 377338"/>
              <a:gd name="csY2" fmla="*/ 0 h 277415"/>
              <a:gd name="csX3" fmla="*/ 377338 w 377338"/>
              <a:gd name="csY3" fmla="*/ 138708 h 277415"/>
              <a:gd name="csX4" fmla="*/ 238631 w 377338"/>
              <a:gd name="csY4" fmla="*/ 277415 h 277415"/>
              <a:gd name="csX5" fmla="*/ 238631 w 377338"/>
              <a:gd name="csY5" fmla="*/ 221932 h 277415"/>
              <a:gd name="csX6" fmla="*/ 0 w 377338"/>
              <a:gd name="csY6" fmla="*/ 221932 h 277415"/>
              <a:gd name="csX7" fmla="*/ 0 w 377338"/>
              <a:gd name="csY7" fmla="*/ 55483 h 277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7338" h="277415">
                <a:moveTo>
                  <a:pt x="0" y="55483"/>
                </a:moveTo>
                <a:lnTo>
                  <a:pt x="238631" y="55483"/>
                </a:lnTo>
                <a:lnTo>
                  <a:pt x="238631" y="0"/>
                </a:lnTo>
                <a:lnTo>
                  <a:pt x="377338" y="138708"/>
                </a:lnTo>
                <a:lnTo>
                  <a:pt x="238631" y="277415"/>
                </a:lnTo>
                <a:lnTo>
                  <a:pt x="238631" y="221932"/>
                </a:lnTo>
                <a:lnTo>
                  <a:pt x="0" y="221932"/>
                </a:lnTo>
                <a:lnTo>
                  <a:pt x="0" y="5548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5483" rIns="83224" bIns="55483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i="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05D8806-EF1F-7B2D-7DEE-06B801C13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0" y="1325879"/>
            <a:ext cx="6400800" cy="3550919"/>
          </a:xfrm>
        </p:spPr>
        <p:txBody>
          <a:bodyPr/>
          <a:lstStyle/>
          <a:p>
            <a:pPr marL="0" indent="0">
              <a:buClr>
                <a:schemeClr val="accent2"/>
              </a:buClr>
              <a:buNone/>
            </a:pPr>
            <a:r>
              <a:rPr lang="en-US" sz="1800" dirty="0"/>
              <a:t>Discussion questions:</a:t>
            </a:r>
            <a:endParaRPr lang="en-US" sz="1600" dirty="0"/>
          </a:p>
          <a:p>
            <a:pPr>
              <a:buClr>
                <a:schemeClr val="accent3">
                  <a:lumMod val="90000"/>
                  <a:lumOff val="10000"/>
                </a:schemeClr>
              </a:buClr>
            </a:pPr>
            <a:r>
              <a:rPr lang="en-US" sz="1800" dirty="0"/>
              <a:t>What is our main conclusion?</a:t>
            </a:r>
          </a:p>
          <a:p>
            <a:pPr>
              <a:buClr>
                <a:schemeClr val="accent3">
                  <a:lumMod val="90000"/>
                  <a:lumOff val="10000"/>
                </a:schemeClr>
              </a:buClr>
            </a:pPr>
            <a:r>
              <a:rPr lang="en-US" sz="1800" dirty="0"/>
              <a:t>Why are we confident in this answer (or are we not?)</a:t>
            </a:r>
          </a:p>
          <a:p>
            <a:pPr>
              <a:buClr>
                <a:schemeClr val="accent3">
                  <a:lumMod val="90000"/>
                  <a:lumOff val="10000"/>
                </a:schemeClr>
              </a:buClr>
            </a:pPr>
            <a:r>
              <a:rPr lang="en-US" sz="1800" dirty="0"/>
              <a:t>If we were wrong, what would be a typical error size?</a:t>
            </a:r>
          </a:p>
          <a:p>
            <a:pPr>
              <a:buClr>
                <a:schemeClr val="accent3">
                  <a:lumMod val="90000"/>
                  <a:lumOff val="10000"/>
                </a:schemeClr>
              </a:buClr>
            </a:pPr>
            <a:r>
              <a:rPr lang="en-US" sz="1800" dirty="0"/>
              <a:t>How might we test whether our model really explains the world around us?</a:t>
            </a:r>
            <a:endParaRPr lang="en-US" sz="1600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FAE69B9B-3E84-C938-6D95-199CBFB20201}"/>
              </a:ext>
            </a:extLst>
          </p:cNvPr>
          <p:cNvSpPr/>
          <p:nvPr/>
        </p:nvSpPr>
        <p:spPr>
          <a:xfrm>
            <a:off x="230202" y="2104062"/>
            <a:ext cx="1114247" cy="698516"/>
          </a:xfrm>
          <a:custGeom>
            <a:avLst/>
            <a:gdLst>
              <a:gd name="csX0" fmla="*/ 0 w 1114247"/>
              <a:gd name="csY0" fmla="*/ 69852 h 698516"/>
              <a:gd name="csX1" fmla="*/ 69852 w 1114247"/>
              <a:gd name="csY1" fmla="*/ 0 h 698516"/>
              <a:gd name="csX2" fmla="*/ 1044395 w 1114247"/>
              <a:gd name="csY2" fmla="*/ 0 h 698516"/>
              <a:gd name="csX3" fmla="*/ 1114247 w 1114247"/>
              <a:gd name="csY3" fmla="*/ 69852 h 698516"/>
              <a:gd name="csX4" fmla="*/ 1114247 w 1114247"/>
              <a:gd name="csY4" fmla="*/ 628664 h 698516"/>
              <a:gd name="csX5" fmla="*/ 1044395 w 1114247"/>
              <a:gd name="csY5" fmla="*/ 698516 h 698516"/>
              <a:gd name="csX6" fmla="*/ 69852 w 1114247"/>
              <a:gd name="csY6" fmla="*/ 698516 h 698516"/>
              <a:gd name="csX7" fmla="*/ 0 w 1114247"/>
              <a:gd name="csY7" fmla="*/ 628664 h 698516"/>
              <a:gd name="csX8" fmla="*/ 0 w 1114247"/>
              <a:gd name="csY8" fmla="*/ 69852 h 698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14247" h="698516">
                <a:moveTo>
                  <a:pt x="0" y="69852"/>
                </a:moveTo>
                <a:cubicBezTo>
                  <a:pt x="0" y="31274"/>
                  <a:pt x="31274" y="0"/>
                  <a:pt x="69852" y="0"/>
                </a:cubicBezTo>
                <a:lnTo>
                  <a:pt x="1044395" y="0"/>
                </a:lnTo>
                <a:cubicBezTo>
                  <a:pt x="1082973" y="0"/>
                  <a:pt x="1114247" y="31274"/>
                  <a:pt x="1114247" y="69852"/>
                </a:cubicBezTo>
                <a:lnTo>
                  <a:pt x="1114247" y="628664"/>
                </a:lnTo>
                <a:cubicBezTo>
                  <a:pt x="1114247" y="667242"/>
                  <a:pt x="1082973" y="698516"/>
                  <a:pt x="1044395" y="698516"/>
                </a:cubicBezTo>
                <a:lnTo>
                  <a:pt x="69852" y="698516"/>
                </a:lnTo>
                <a:cubicBezTo>
                  <a:pt x="31274" y="698516"/>
                  <a:pt x="0" y="667242"/>
                  <a:pt x="0" y="628664"/>
                </a:cubicBezTo>
                <a:lnTo>
                  <a:pt x="0" y="69852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344" tIns="85344" rIns="85344" bIns="278559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Evaluation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312BE94-A736-AA52-ED34-0315D6CD61DB}"/>
              </a:ext>
            </a:extLst>
          </p:cNvPr>
          <p:cNvSpPr/>
          <p:nvPr/>
        </p:nvSpPr>
        <p:spPr>
          <a:xfrm>
            <a:off x="422125" y="2548094"/>
            <a:ext cx="1186840" cy="1558142"/>
          </a:xfrm>
          <a:custGeom>
            <a:avLst/>
            <a:gdLst>
              <a:gd name="csX0" fmla="*/ 0 w 1186840"/>
              <a:gd name="csY0" fmla="*/ 118684 h 1558142"/>
              <a:gd name="csX1" fmla="*/ 118684 w 1186840"/>
              <a:gd name="csY1" fmla="*/ 0 h 1558142"/>
              <a:gd name="csX2" fmla="*/ 1068156 w 1186840"/>
              <a:gd name="csY2" fmla="*/ 0 h 1558142"/>
              <a:gd name="csX3" fmla="*/ 1186840 w 1186840"/>
              <a:gd name="csY3" fmla="*/ 118684 h 1558142"/>
              <a:gd name="csX4" fmla="*/ 1186840 w 1186840"/>
              <a:gd name="csY4" fmla="*/ 1439458 h 1558142"/>
              <a:gd name="csX5" fmla="*/ 1068156 w 1186840"/>
              <a:gd name="csY5" fmla="*/ 1558142 h 1558142"/>
              <a:gd name="csX6" fmla="*/ 118684 w 1186840"/>
              <a:gd name="csY6" fmla="*/ 1558142 h 1558142"/>
              <a:gd name="csX7" fmla="*/ 0 w 1186840"/>
              <a:gd name="csY7" fmla="*/ 1439458 h 1558142"/>
              <a:gd name="csX8" fmla="*/ 0 w 1186840"/>
              <a:gd name="csY8" fmla="*/ 118684 h 155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86840" h="1558142">
                <a:moveTo>
                  <a:pt x="0" y="118684"/>
                </a:moveTo>
                <a:cubicBezTo>
                  <a:pt x="0" y="53137"/>
                  <a:pt x="53137" y="0"/>
                  <a:pt x="118684" y="0"/>
                </a:cubicBezTo>
                <a:lnTo>
                  <a:pt x="1068156" y="0"/>
                </a:lnTo>
                <a:cubicBezTo>
                  <a:pt x="1133703" y="0"/>
                  <a:pt x="1186840" y="53137"/>
                  <a:pt x="1186840" y="118684"/>
                </a:cubicBezTo>
                <a:lnTo>
                  <a:pt x="1186840" y="1439458"/>
                </a:lnTo>
                <a:cubicBezTo>
                  <a:pt x="1186840" y="1505005"/>
                  <a:pt x="1133703" y="1558142"/>
                  <a:pt x="1068156" y="1558142"/>
                </a:cubicBezTo>
                <a:lnTo>
                  <a:pt x="118684" y="1558142"/>
                </a:lnTo>
                <a:cubicBezTo>
                  <a:pt x="53137" y="1558142"/>
                  <a:pt x="0" y="1505005"/>
                  <a:pt x="0" y="1439458"/>
                </a:cubicBezTo>
                <a:lnTo>
                  <a:pt x="0" y="118684"/>
                </a:lnTo>
                <a:close/>
              </a:path>
            </a:pathLst>
          </a:custGeom>
          <a:ln>
            <a:solidFill>
              <a:schemeClr val="accent3">
                <a:lumMod val="90000"/>
                <a:lumOff val="10000"/>
              </a:schemeClr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61" tIns="34761" rIns="34761" bIns="34761" numCol="1" spcCol="1270" anchor="t" anchorCtr="0">
            <a:noAutofit/>
          </a:bodyPr>
          <a:lstStyle/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Finding point estimates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Measuring uncertainty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 weaknesses</a:t>
            </a:r>
          </a:p>
          <a:p>
            <a:pPr marL="57150" lvl="1" indent="-57150" algn="l" defTabSz="444500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Char char="•"/>
            </a:pPr>
            <a:r>
              <a:rPr lang="en-US" sz="1000" b="0" i="0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Performing robustness tests</a:t>
            </a:r>
          </a:p>
        </p:txBody>
      </p:sp>
    </p:spTree>
    <p:extLst>
      <p:ext uri="{BB962C8B-B14F-4D97-AF65-F5344CB8AC3E}">
        <p14:creationId xmlns:p14="http://schemas.microsoft.com/office/powerpoint/2010/main" val="238213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AF20-B51C-5DB2-03F1-1DE11709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8FFA7-2C36-0D89-6DC6-902BFEFD94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2200" y="2368296"/>
            <a:ext cx="4419599" cy="400110"/>
          </a:xfrm>
        </p:spPr>
        <p:txBody>
          <a:bodyPr/>
          <a:lstStyle/>
          <a:p>
            <a:r>
              <a:rPr lang="en-US" dirty="0"/>
              <a:t>5.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489684989"/>
      </p:ext>
    </p:extLst>
  </p:cSld>
  <p:clrMapOvr>
    <a:masterClrMapping/>
  </p:clrMapOvr>
</p:sld>
</file>

<file path=ppt/theme/theme1.xml><?xml version="1.0" encoding="utf-8"?>
<a:theme xmlns:a="http://schemas.openxmlformats.org/drawingml/2006/main" name="UCPE Theme_Title">
  <a:themeElements>
    <a:clrScheme name="Custom 1">
      <a:dk1>
        <a:srgbClr val="000000"/>
      </a:dk1>
      <a:lt1>
        <a:srgbClr val="FFFFFF"/>
      </a:lt1>
      <a:dk2>
        <a:srgbClr val="767676"/>
      </a:dk2>
      <a:lt2>
        <a:srgbClr val="D6D6CE"/>
      </a:lt2>
      <a:accent1>
        <a:srgbClr val="800000"/>
      </a:accent1>
      <a:accent2>
        <a:srgbClr val="58593F"/>
      </a:accent2>
      <a:accent3>
        <a:srgbClr val="340E20"/>
      </a:accent3>
      <a:accent4>
        <a:srgbClr val="8A9045"/>
      </a:accent4>
      <a:accent5>
        <a:srgbClr val="155F83"/>
      </a:accent5>
      <a:accent6>
        <a:srgbClr val="FFA319"/>
      </a:accent6>
      <a:hlink>
        <a:srgbClr val="47B5FF"/>
      </a:hlink>
      <a:folHlink>
        <a:srgbClr val="FF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200" u="sng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CPE_Presentation_Template_v2" id="{999C3F75-3664-144A-AB74-154271A3300F}" vid="{5A4B9BBD-EFAE-644B-8DCA-7B52E6A170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31881</TotalTime>
  <Words>1474</Words>
  <Application>Microsoft Macintosh PowerPoint</Application>
  <PresentationFormat>On-screen Show (16:9)</PresentationFormat>
  <Paragraphs>248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Courier New</vt:lpstr>
      <vt:lpstr>Futura</vt:lpstr>
      <vt:lpstr>Futura Medium</vt:lpstr>
      <vt:lpstr>Garamond</vt:lpstr>
      <vt:lpstr>Helvetica Neue</vt:lpstr>
      <vt:lpstr>Helvetica Neue Light</vt:lpstr>
      <vt:lpstr>Helvetica Neue Medium</vt:lpstr>
      <vt:lpstr>Wingdings</vt:lpstr>
      <vt:lpstr>UCPE Theme_Title</vt:lpstr>
      <vt:lpstr>PowerPoint Presentation</vt:lpstr>
      <vt:lpstr>PowerPoint Presentation</vt:lpstr>
      <vt:lpstr>PowerPoint Presentation</vt:lpstr>
      <vt:lpstr>PowerPoint Presentation</vt:lpstr>
      <vt:lpstr>I’m Jonathan.  I’ve bummed around a few different jobs and industries, as a statistician and as a data scientist.</vt:lpstr>
      <vt:lpstr>I’m about 24 years older than you.  In 2050, I might be retiring.  What will you be doing/what will you have done?</vt:lpstr>
      <vt:lpstr>PowerPoint Presentation</vt:lpstr>
      <vt:lpstr>It’s a surprisingly tricky question, even for a professional.  Let’s try to answer this by analogy:</vt:lpstr>
      <vt:lpstr>Data science is not a hobby or an activity: it’s a trade.  Data science without a “client” is just a way to pass time.</vt:lpstr>
      <vt:lpstr>PowerPoint Presentation</vt:lpstr>
      <vt:lpstr>Statistics and data science share some knowledge bases and skill sets, but they are not interchangeable terms.</vt:lpstr>
      <vt:lpstr>Data science helps organizations to make decisions and reach their goals.  However, organizational goals vary:</vt:lpstr>
      <vt:lpstr>Data science work typically occurs within the framework of projects, product launches, consulting contracts, etc.</vt:lpstr>
      <vt:lpstr>Each individual project can be viewed in several stages, called the data science “lifecycle” or “pipeline”:</vt:lpstr>
      <vt:lpstr>PowerPoint Presentation</vt:lpstr>
      <vt:lpstr>What are City of Chicago restaurant inspections?  Let’s briefly talk about them, and then run our own simulation.</vt:lpstr>
      <vt:lpstr>What are City of Chicago restaurant inspections?  Let’s briefly talk about them, and then run our own simulation.</vt:lpstr>
      <vt:lpstr>Let’s apply the steps of the data science lifecycle to help improve Chicago’s restaurant inspection process.</vt:lpstr>
      <vt:lpstr>The problems we can solve are limited both by the data collection process as well as by our own access issues.</vt:lpstr>
      <vt:lpstr>Many aspiring data scientists are most excited by the modeling and analysis step – the hardest one to demo!</vt:lpstr>
      <vt:lpstr>Instead of delivering a solution which grows stale over time, can we create a report which updates over time?</vt:lpstr>
      <vt:lpstr>Models provide answers.  But are they good or bad answers?  Sensitive or sturdy?  This is why we evaluate.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Renaissance Mcintyre</dc:creator>
  <cp:lastModifiedBy>Jonathan Douglas Williams</cp:lastModifiedBy>
  <cp:revision>10</cp:revision>
  <dcterms:created xsi:type="dcterms:W3CDTF">2021-02-27T14:39:30Z</dcterms:created>
  <dcterms:modified xsi:type="dcterms:W3CDTF">2026-06-22T06:13:09Z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2020-05-27T00:00:00Z</vt:filetime>
  </property>
  <property fmtid="{D5CDD505-2E9C-101B-9397-08002B2CF9AE}" pid="3" name="LastSaved">
    <vt:filetime>2020-08-27T00:00:00Z</vt:filetime>
  </property>
</Properties>
</file>